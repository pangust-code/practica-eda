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D593A3-E749-4811-A6C8-BC61C704BFA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108DB40-B083-44BF-A22A-B17C1379D4AD}">
      <dgm:prSet/>
      <dgm:spPr/>
      <dgm:t>
        <a:bodyPr/>
        <a:lstStyle/>
        <a:p>
          <a:pPr>
            <a:defRPr cap="all"/>
          </a:pPr>
          <a:r>
            <a:rPr lang="es-EC" noProof="0" dirty="0"/>
            <a:t>Nombre del </a:t>
          </a:r>
          <a:r>
            <a:rPr lang="es-EC" noProof="0" dirty="0" err="1"/>
            <a:t>dataset</a:t>
          </a:r>
          <a:r>
            <a:rPr lang="es-EC" noProof="0" dirty="0"/>
            <a:t>: </a:t>
          </a:r>
          <a:r>
            <a:rPr lang="es-EC" noProof="0" dirty="0" err="1"/>
            <a:t>Titanic</a:t>
          </a:r>
          <a:endParaRPr lang="es-EC" noProof="0" dirty="0"/>
        </a:p>
      </dgm:t>
    </dgm:pt>
    <dgm:pt modelId="{BB1B3107-07FA-44D5-B465-6E3D8B74AECE}" type="parTrans" cxnId="{87669D1E-5C7E-4B43-9B79-00A4CF9C5F27}">
      <dgm:prSet/>
      <dgm:spPr/>
      <dgm:t>
        <a:bodyPr/>
        <a:lstStyle/>
        <a:p>
          <a:endParaRPr lang="en-US"/>
        </a:p>
      </dgm:t>
    </dgm:pt>
    <dgm:pt modelId="{260F5E36-2268-4D4C-B498-05051A269786}" type="sibTrans" cxnId="{87669D1E-5C7E-4B43-9B79-00A4CF9C5F27}">
      <dgm:prSet/>
      <dgm:spPr/>
      <dgm:t>
        <a:bodyPr/>
        <a:lstStyle/>
        <a:p>
          <a:endParaRPr lang="en-US"/>
        </a:p>
      </dgm:t>
    </dgm:pt>
    <dgm:pt modelId="{A8925D01-8D13-403C-BF88-0BC6A201562B}">
      <dgm:prSet/>
      <dgm:spPr/>
      <dgm:t>
        <a:bodyPr/>
        <a:lstStyle/>
        <a:p>
          <a:pPr>
            <a:defRPr cap="all"/>
          </a:pPr>
          <a:r>
            <a:rPr lang="es-EC" noProof="0" dirty="0"/>
            <a:t>Uso: Análisis Exploratorio (EDA) y clasificación binaria.</a:t>
          </a:r>
        </a:p>
      </dgm:t>
    </dgm:pt>
    <dgm:pt modelId="{0A68FDB7-57DC-4CF5-9333-39036E65EEAF}" type="parTrans" cxnId="{E76337A8-DE53-4221-9345-42A351925906}">
      <dgm:prSet/>
      <dgm:spPr/>
      <dgm:t>
        <a:bodyPr/>
        <a:lstStyle/>
        <a:p>
          <a:endParaRPr lang="en-US"/>
        </a:p>
      </dgm:t>
    </dgm:pt>
    <dgm:pt modelId="{A7DD2F52-053C-4ED6-A7EE-70DBAD73367C}" type="sibTrans" cxnId="{E76337A8-DE53-4221-9345-42A351925906}">
      <dgm:prSet/>
      <dgm:spPr/>
      <dgm:t>
        <a:bodyPr/>
        <a:lstStyle/>
        <a:p>
          <a:endParaRPr lang="en-US"/>
        </a:p>
      </dgm:t>
    </dgm:pt>
    <dgm:pt modelId="{17D60739-161E-4DA6-82BB-F1B052A8B07A}">
      <dgm:prSet/>
      <dgm:spPr/>
      <dgm:t>
        <a:bodyPr/>
        <a:lstStyle/>
        <a:p>
          <a:pPr>
            <a:defRPr cap="all"/>
          </a:pPr>
          <a:r>
            <a:rPr lang="es-EC" noProof="0" dirty="0"/>
            <a:t>Pregunta central: ¿Qué factores se asocian a la supervivencia de los pasajeros?</a:t>
          </a:r>
        </a:p>
      </dgm:t>
    </dgm:pt>
    <dgm:pt modelId="{0A5FB615-160A-46D8-874C-321958EAB559}" type="parTrans" cxnId="{3361FB64-A3FE-468B-BDC0-F2245A214ED0}">
      <dgm:prSet/>
      <dgm:spPr/>
      <dgm:t>
        <a:bodyPr/>
        <a:lstStyle/>
        <a:p>
          <a:endParaRPr lang="en-US"/>
        </a:p>
      </dgm:t>
    </dgm:pt>
    <dgm:pt modelId="{A74A2A50-DA50-4A25-BE81-6382305FC5AE}" type="sibTrans" cxnId="{3361FB64-A3FE-468B-BDC0-F2245A214ED0}">
      <dgm:prSet/>
      <dgm:spPr/>
      <dgm:t>
        <a:bodyPr/>
        <a:lstStyle/>
        <a:p>
          <a:endParaRPr lang="en-US"/>
        </a:p>
      </dgm:t>
    </dgm:pt>
    <dgm:pt modelId="{8634D070-B1C5-4308-BB37-113FAD2BA0DA}" type="pres">
      <dgm:prSet presAssocID="{F0D593A3-E749-4811-A6C8-BC61C704BFA2}" presName="root" presStyleCnt="0">
        <dgm:presLayoutVars>
          <dgm:dir/>
          <dgm:resizeHandles val="exact"/>
        </dgm:presLayoutVars>
      </dgm:prSet>
      <dgm:spPr/>
    </dgm:pt>
    <dgm:pt modelId="{14706FC8-DD43-43AB-80FD-79F0ED1D634B}" type="pres">
      <dgm:prSet presAssocID="{A108DB40-B083-44BF-A22A-B17C1379D4AD}" presName="compNode" presStyleCnt="0"/>
      <dgm:spPr/>
    </dgm:pt>
    <dgm:pt modelId="{1E9D3007-F202-46CA-B294-DDB010E1B3F9}" type="pres">
      <dgm:prSet presAssocID="{A108DB40-B083-44BF-A22A-B17C1379D4AD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9DE1B07-949F-4DCD-8503-375A75241BEC}" type="pres">
      <dgm:prSet presAssocID="{A108DB40-B083-44BF-A22A-B17C1379D4A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BDEE5059-B983-40CE-AF06-65B1640FEBD8}" type="pres">
      <dgm:prSet presAssocID="{A108DB40-B083-44BF-A22A-B17C1379D4AD}" presName="spaceRect" presStyleCnt="0"/>
      <dgm:spPr/>
    </dgm:pt>
    <dgm:pt modelId="{45E53F5B-4D9A-4DF6-8ADA-70D4584B1D0A}" type="pres">
      <dgm:prSet presAssocID="{A108DB40-B083-44BF-A22A-B17C1379D4AD}" presName="textRect" presStyleLbl="revTx" presStyleIdx="0" presStyleCnt="3">
        <dgm:presLayoutVars>
          <dgm:chMax val="1"/>
          <dgm:chPref val="1"/>
        </dgm:presLayoutVars>
      </dgm:prSet>
      <dgm:spPr/>
    </dgm:pt>
    <dgm:pt modelId="{5FB98E8F-98E9-4B16-A84F-F1AF4F7953B8}" type="pres">
      <dgm:prSet presAssocID="{260F5E36-2268-4D4C-B498-05051A269786}" presName="sibTrans" presStyleCnt="0"/>
      <dgm:spPr/>
    </dgm:pt>
    <dgm:pt modelId="{E53295B7-8C5B-44C7-BF83-5F2F70608733}" type="pres">
      <dgm:prSet presAssocID="{A8925D01-8D13-403C-BF88-0BC6A201562B}" presName="compNode" presStyleCnt="0"/>
      <dgm:spPr/>
    </dgm:pt>
    <dgm:pt modelId="{82B90196-58C8-45AC-ACF9-301F488E93B2}" type="pres">
      <dgm:prSet presAssocID="{A8925D01-8D13-403C-BF88-0BC6A201562B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5BD892E-D136-48FB-8D3A-8D8EB7E9BB42}" type="pres">
      <dgm:prSet presAssocID="{A8925D01-8D13-403C-BF88-0BC6A201562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rella"/>
        </a:ext>
      </dgm:extLst>
    </dgm:pt>
    <dgm:pt modelId="{1B2B2815-66DD-43DE-A2B5-9FBB07E1EE5B}" type="pres">
      <dgm:prSet presAssocID="{A8925D01-8D13-403C-BF88-0BC6A201562B}" presName="spaceRect" presStyleCnt="0"/>
      <dgm:spPr/>
    </dgm:pt>
    <dgm:pt modelId="{2FB37324-F318-4DFC-AF3E-4FD31EEB32A2}" type="pres">
      <dgm:prSet presAssocID="{A8925D01-8D13-403C-BF88-0BC6A201562B}" presName="textRect" presStyleLbl="revTx" presStyleIdx="1" presStyleCnt="3">
        <dgm:presLayoutVars>
          <dgm:chMax val="1"/>
          <dgm:chPref val="1"/>
        </dgm:presLayoutVars>
      </dgm:prSet>
      <dgm:spPr/>
    </dgm:pt>
    <dgm:pt modelId="{168320E0-4141-4334-92B7-10164092149E}" type="pres">
      <dgm:prSet presAssocID="{A7DD2F52-053C-4ED6-A7EE-70DBAD73367C}" presName="sibTrans" presStyleCnt="0"/>
      <dgm:spPr/>
    </dgm:pt>
    <dgm:pt modelId="{9D9AF1A7-4E46-48B5-A26E-341D89F7D81E}" type="pres">
      <dgm:prSet presAssocID="{17D60739-161E-4DA6-82BB-F1B052A8B07A}" presName="compNode" presStyleCnt="0"/>
      <dgm:spPr/>
    </dgm:pt>
    <dgm:pt modelId="{364FF854-2DBC-4378-B107-CDE3C8D278DD}" type="pres">
      <dgm:prSet presAssocID="{17D60739-161E-4DA6-82BB-F1B052A8B07A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251E333-A5ED-463B-80D8-81E1DB41F74D}" type="pres">
      <dgm:prSet presAssocID="{17D60739-161E-4DA6-82BB-F1B052A8B07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768DDDA2-8549-47D6-9A4D-5EE8677C533D}" type="pres">
      <dgm:prSet presAssocID="{17D60739-161E-4DA6-82BB-F1B052A8B07A}" presName="spaceRect" presStyleCnt="0"/>
      <dgm:spPr/>
    </dgm:pt>
    <dgm:pt modelId="{40AE5E74-0C1B-44BE-984A-4F4F5EC84343}" type="pres">
      <dgm:prSet presAssocID="{17D60739-161E-4DA6-82BB-F1B052A8B07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0875111-72E8-4CA6-8795-35D05380330E}" type="presOf" srcId="{F0D593A3-E749-4811-A6C8-BC61C704BFA2}" destId="{8634D070-B1C5-4308-BB37-113FAD2BA0DA}" srcOrd="0" destOrd="0" presId="urn:microsoft.com/office/officeart/2018/5/layout/IconLeafLabelList"/>
    <dgm:cxn modelId="{64B15019-98DE-49DF-A7E5-DA8539979BE2}" type="presOf" srcId="{17D60739-161E-4DA6-82BB-F1B052A8B07A}" destId="{40AE5E74-0C1B-44BE-984A-4F4F5EC84343}" srcOrd="0" destOrd="0" presId="urn:microsoft.com/office/officeart/2018/5/layout/IconLeafLabelList"/>
    <dgm:cxn modelId="{87669D1E-5C7E-4B43-9B79-00A4CF9C5F27}" srcId="{F0D593A3-E749-4811-A6C8-BC61C704BFA2}" destId="{A108DB40-B083-44BF-A22A-B17C1379D4AD}" srcOrd="0" destOrd="0" parTransId="{BB1B3107-07FA-44D5-B465-6E3D8B74AECE}" sibTransId="{260F5E36-2268-4D4C-B498-05051A269786}"/>
    <dgm:cxn modelId="{3361FB64-A3FE-468B-BDC0-F2245A214ED0}" srcId="{F0D593A3-E749-4811-A6C8-BC61C704BFA2}" destId="{17D60739-161E-4DA6-82BB-F1B052A8B07A}" srcOrd="2" destOrd="0" parTransId="{0A5FB615-160A-46D8-874C-321958EAB559}" sibTransId="{A74A2A50-DA50-4A25-BE81-6382305FC5AE}"/>
    <dgm:cxn modelId="{6075B256-8FCA-4743-ABD2-7181CC92EF70}" type="presOf" srcId="{A108DB40-B083-44BF-A22A-B17C1379D4AD}" destId="{45E53F5B-4D9A-4DF6-8ADA-70D4584B1D0A}" srcOrd="0" destOrd="0" presId="urn:microsoft.com/office/officeart/2018/5/layout/IconLeafLabelList"/>
    <dgm:cxn modelId="{E76337A8-DE53-4221-9345-42A351925906}" srcId="{F0D593A3-E749-4811-A6C8-BC61C704BFA2}" destId="{A8925D01-8D13-403C-BF88-0BC6A201562B}" srcOrd="1" destOrd="0" parTransId="{0A68FDB7-57DC-4CF5-9333-39036E65EEAF}" sibTransId="{A7DD2F52-053C-4ED6-A7EE-70DBAD73367C}"/>
    <dgm:cxn modelId="{4E2051B5-0CDF-41E6-9C58-D849A52B00F2}" type="presOf" srcId="{A8925D01-8D13-403C-BF88-0BC6A201562B}" destId="{2FB37324-F318-4DFC-AF3E-4FD31EEB32A2}" srcOrd="0" destOrd="0" presId="urn:microsoft.com/office/officeart/2018/5/layout/IconLeafLabelList"/>
    <dgm:cxn modelId="{588AD1C4-811B-4A00-94D5-A0ED21174154}" type="presParOf" srcId="{8634D070-B1C5-4308-BB37-113FAD2BA0DA}" destId="{14706FC8-DD43-43AB-80FD-79F0ED1D634B}" srcOrd="0" destOrd="0" presId="urn:microsoft.com/office/officeart/2018/5/layout/IconLeafLabelList"/>
    <dgm:cxn modelId="{307EF36F-A4C9-4887-98B3-24483490F76A}" type="presParOf" srcId="{14706FC8-DD43-43AB-80FD-79F0ED1D634B}" destId="{1E9D3007-F202-46CA-B294-DDB010E1B3F9}" srcOrd="0" destOrd="0" presId="urn:microsoft.com/office/officeart/2018/5/layout/IconLeafLabelList"/>
    <dgm:cxn modelId="{C9503A19-89D2-4D55-B061-4D722596BAD5}" type="presParOf" srcId="{14706FC8-DD43-43AB-80FD-79F0ED1D634B}" destId="{29DE1B07-949F-4DCD-8503-375A75241BEC}" srcOrd="1" destOrd="0" presId="urn:microsoft.com/office/officeart/2018/5/layout/IconLeafLabelList"/>
    <dgm:cxn modelId="{8DA53F54-18BA-4AD6-A747-1CB9E999AE99}" type="presParOf" srcId="{14706FC8-DD43-43AB-80FD-79F0ED1D634B}" destId="{BDEE5059-B983-40CE-AF06-65B1640FEBD8}" srcOrd="2" destOrd="0" presId="urn:microsoft.com/office/officeart/2018/5/layout/IconLeafLabelList"/>
    <dgm:cxn modelId="{4F02F65D-2566-4143-8C43-1086DC52DF5F}" type="presParOf" srcId="{14706FC8-DD43-43AB-80FD-79F0ED1D634B}" destId="{45E53F5B-4D9A-4DF6-8ADA-70D4584B1D0A}" srcOrd="3" destOrd="0" presId="urn:microsoft.com/office/officeart/2018/5/layout/IconLeafLabelList"/>
    <dgm:cxn modelId="{442ED756-157B-448F-8EB6-D0CC4FEFF3B0}" type="presParOf" srcId="{8634D070-B1C5-4308-BB37-113FAD2BA0DA}" destId="{5FB98E8F-98E9-4B16-A84F-F1AF4F7953B8}" srcOrd="1" destOrd="0" presId="urn:microsoft.com/office/officeart/2018/5/layout/IconLeafLabelList"/>
    <dgm:cxn modelId="{05BA0A33-0F41-4110-AA2B-A1E95913B94A}" type="presParOf" srcId="{8634D070-B1C5-4308-BB37-113FAD2BA0DA}" destId="{E53295B7-8C5B-44C7-BF83-5F2F70608733}" srcOrd="2" destOrd="0" presId="urn:microsoft.com/office/officeart/2018/5/layout/IconLeafLabelList"/>
    <dgm:cxn modelId="{817E7FA2-850D-4E83-9FBA-2DE4E671575C}" type="presParOf" srcId="{E53295B7-8C5B-44C7-BF83-5F2F70608733}" destId="{82B90196-58C8-45AC-ACF9-301F488E93B2}" srcOrd="0" destOrd="0" presId="urn:microsoft.com/office/officeart/2018/5/layout/IconLeafLabelList"/>
    <dgm:cxn modelId="{E1450B59-B7DD-4343-8061-D0A598DA5648}" type="presParOf" srcId="{E53295B7-8C5B-44C7-BF83-5F2F70608733}" destId="{A5BD892E-D136-48FB-8D3A-8D8EB7E9BB42}" srcOrd="1" destOrd="0" presId="urn:microsoft.com/office/officeart/2018/5/layout/IconLeafLabelList"/>
    <dgm:cxn modelId="{D13E5E52-1BC1-45D8-9C08-9472B324B92C}" type="presParOf" srcId="{E53295B7-8C5B-44C7-BF83-5F2F70608733}" destId="{1B2B2815-66DD-43DE-A2B5-9FBB07E1EE5B}" srcOrd="2" destOrd="0" presId="urn:microsoft.com/office/officeart/2018/5/layout/IconLeafLabelList"/>
    <dgm:cxn modelId="{51486054-78B6-4C98-A5CF-795A6CC8F9AD}" type="presParOf" srcId="{E53295B7-8C5B-44C7-BF83-5F2F70608733}" destId="{2FB37324-F318-4DFC-AF3E-4FD31EEB32A2}" srcOrd="3" destOrd="0" presId="urn:microsoft.com/office/officeart/2018/5/layout/IconLeafLabelList"/>
    <dgm:cxn modelId="{B66A75E5-DCC4-4E11-B960-F7C1A9BD7845}" type="presParOf" srcId="{8634D070-B1C5-4308-BB37-113FAD2BA0DA}" destId="{168320E0-4141-4334-92B7-10164092149E}" srcOrd="3" destOrd="0" presId="urn:microsoft.com/office/officeart/2018/5/layout/IconLeafLabelList"/>
    <dgm:cxn modelId="{BC9E9EF0-CF55-486D-9CDB-9E72F158342E}" type="presParOf" srcId="{8634D070-B1C5-4308-BB37-113FAD2BA0DA}" destId="{9D9AF1A7-4E46-48B5-A26E-341D89F7D81E}" srcOrd="4" destOrd="0" presId="urn:microsoft.com/office/officeart/2018/5/layout/IconLeafLabelList"/>
    <dgm:cxn modelId="{80004ABE-9497-4C15-8563-D75FE5E84A5F}" type="presParOf" srcId="{9D9AF1A7-4E46-48B5-A26E-341D89F7D81E}" destId="{364FF854-2DBC-4378-B107-CDE3C8D278DD}" srcOrd="0" destOrd="0" presId="urn:microsoft.com/office/officeart/2018/5/layout/IconLeafLabelList"/>
    <dgm:cxn modelId="{30458CF7-EC3B-40B3-A316-7DEEBC0B6A6E}" type="presParOf" srcId="{9D9AF1A7-4E46-48B5-A26E-341D89F7D81E}" destId="{E251E333-A5ED-463B-80D8-81E1DB41F74D}" srcOrd="1" destOrd="0" presId="urn:microsoft.com/office/officeart/2018/5/layout/IconLeafLabelList"/>
    <dgm:cxn modelId="{A18759E9-6613-4A78-B648-82834B8C982D}" type="presParOf" srcId="{9D9AF1A7-4E46-48B5-A26E-341D89F7D81E}" destId="{768DDDA2-8549-47D6-9A4D-5EE8677C533D}" srcOrd="2" destOrd="0" presId="urn:microsoft.com/office/officeart/2018/5/layout/IconLeafLabelList"/>
    <dgm:cxn modelId="{16EBB223-0DD5-483C-ABBE-CEC8ACD50ED1}" type="presParOf" srcId="{9D9AF1A7-4E46-48B5-A26E-341D89F7D81E}" destId="{40AE5E74-0C1B-44BE-984A-4F4F5EC8434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4AB7F7-798C-4CE5-B049-829884D6DC6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12F4659-4E4A-4227-81E6-9047C57F6627}">
      <dgm:prSet/>
      <dgm:spPr/>
      <dgm:t>
        <a:bodyPr/>
        <a:lstStyle/>
        <a:p>
          <a:r>
            <a:rPr lang="es-EC" noProof="0" dirty="0"/>
            <a:t>Fuente: Repositorio público de </a:t>
          </a:r>
          <a:r>
            <a:rPr lang="es-EC" noProof="0" dirty="0" err="1"/>
            <a:t>Titanic</a:t>
          </a:r>
          <a:r>
            <a:rPr lang="es-EC" noProof="0" dirty="0"/>
            <a:t> (</a:t>
          </a:r>
          <a:r>
            <a:rPr lang="es-EC" noProof="0" dirty="0" err="1"/>
            <a:t>Kaggle</a:t>
          </a:r>
          <a:r>
            <a:rPr lang="es-EC" noProof="0" dirty="0"/>
            <a:t>)</a:t>
          </a:r>
        </a:p>
      </dgm:t>
    </dgm:pt>
    <dgm:pt modelId="{8EAF2B33-8D91-49AF-B2B2-59B144AFA3E4}" type="parTrans" cxnId="{59D1E195-AB34-40E0-AFD8-79BBE58BA250}">
      <dgm:prSet/>
      <dgm:spPr/>
      <dgm:t>
        <a:bodyPr/>
        <a:lstStyle/>
        <a:p>
          <a:endParaRPr lang="en-US"/>
        </a:p>
      </dgm:t>
    </dgm:pt>
    <dgm:pt modelId="{B7EE55F1-544C-44DB-9714-423B73D56F65}" type="sibTrans" cxnId="{59D1E195-AB34-40E0-AFD8-79BBE58BA250}">
      <dgm:prSet/>
      <dgm:spPr/>
      <dgm:t>
        <a:bodyPr/>
        <a:lstStyle/>
        <a:p>
          <a:endParaRPr lang="en-US"/>
        </a:p>
      </dgm:t>
    </dgm:pt>
    <dgm:pt modelId="{F9E49FE6-DA4A-4685-AA87-B641DF586C3E}">
      <dgm:prSet/>
      <dgm:spPr/>
      <dgm:t>
        <a:bodyPr/>
        <a:lstStyle/>
        <a:p>
          <a:r>
            <a:rPr lang="es-EC" noProof="0" dirty="0"/>
            <a:t>Observaciones: 891</a:t>
          </a:r>
        </a:p>
      </dgm:t>
    </dgm:pt>
    <dgm:pt modelId="{545C1116-F36E-4C5A-B73F-E8081E247ADE}" type="parTrans" cxnId="{EC002985-3F82-474B-85D1-DDC671E486C6}">
      <dgm:prSet/>
      <dgm:spPr/>
      <dgm:t>
        <a:bodyPr/>
        <a:lstStyle/>
        <a:p>
          <a:endParaRPr lang="en-US"/>
        </a:p>
      </dgm:t>
    </dgm:pt>
    <dgm:pt modelId="{C3F5A05A-7124-4DB3-965C-113D8F6F1490}" type="sibTrans" cxnId="{EC002985-3F82-474B-85D1-DDC671E486C6}">
      <dgm:prSet/>
      <dgm:spPr/>
      <dgm:t>
        <a:bodyPr/>
        <a:lstStyle/>
        <a:p>
          <a:endParaRPr lang="en-US"/>
        </a:p>
      </dgm:t>
    </dgm:pt>
    <dgm:pt modelId="{35603693-A13D-45A2-93A8-B19CD75BFAF4}">
      <dgm:prSet/>
      <dgm:spPr/>
      <dgm:t>
        <a:bodyPr/>
        <a:lstStyle/>
        <a:p>
          <a:r>
            <a:rPr lang="es-EC" noProof="0" dirty="0"/>
            <a:t>Variables: 12</a:t>
          </a:r>
        </a:p>
      </dgm:t>
    </dgm:pt>
    <dgm:pt modelId="{461D8281-66A6-4A3F-AE8D-160195A9EF00}" type="parTrans" cxnId="{3040C355-7C2B-4710-A197-E649ACFE36B3}">
      <dgm:prSet/>
      <dgm:spPr/>
      <dgm:t>
        <a:bodyPr/>
        <a:lstStyle/>
        <a:p>
          <a:endParaRPr lang="en-US"/>
        </a:p>
      </dgm:t>
    </dgm:pt>
    <dgm:pt modelId="{20E22819-FAEE-49F5-B064-D818BDE18E5F}" type="sibTrans" cxnId="{3040C355-7C2B-4710-A197-E649ACFE36B3}">
      <dgm:prSet/>
      <dgm:spPr/>
      <dgm:t>
        <a:bodyPr/>
        <a:lstStyle/>
        <a:p>
          <a:endParaRPr lang="en-US"/>
        </a:p>
      </dgm:t>
    </dgm:pt>
    <dgm:pt modelId="{9F5D7A12-A745-4910-8512-5432E365D54A}">
      <dgm:prSet/>
      <dgm:spPr/>
      <dgm:t>
        <a:bodyPr/>
        <a:lstStyle/>
        <a:p>
          <a:r>
            <a:rPr lang="es-EC" noProof="0" dirty="0"/>
            <a:t>Variable objetivo Y: </a:t>
          </a:r>
          <a:r>
            <a:rPr lang="es-EC" noProof="0" dirty="0" err="1"/>
            <a:t>Survived</a:t>
          </a:r>
          <a:r>
            <a:rPr lang="es-EC" noProof="0" dirty="0"/>
            <a:t> (0 no sobrevivió, 1 sobrevivió)</a:t>
          </a:r>
        </a:p>
      </dgm:t>
    </dgm:pt>
    <dgm:pt modelId="{8C833EFE-2183-403C-AD94-A21C730ECA00}" type="parTrans" cxnId="{4B260F8D-37FA-4317-B0ED-685674A1AB67}">
      <dgm:prSet/>
      <dgm:spPr/>
      <dgm:t>
        <a:bodyPr/>
        <a:lstStyle/>
        <a:p>
          <a:endParaRPr lang="en-US"/>
        </a:p>
      </dgm:t>
    </dgm:pt>
    <dgm:pt modelId="{F3E0C8EE-2176-4EE0-943E-3DB949429B8A}" type="sibTrans" cxnId="{4B260F8D-37FA-4317-B0ED-685674A1AB67}">
      <dgm:prSet/>
      <dgm:spPr/>
      <dgm:t>
        <a:bodyPr/>
        <a:lstStyle/>
        <a:p>
          <a:endParaRPr lang="en-US"/>
        </a:p>
      </dgm:t>
    </dgm:pt>
    <dgm:pt modelId="{73BB96CB-4CE6-4BAD-9076-10CD3EB96D29}">
      <dgm:prSet/>
      <dgm:spPr/>
      <dgm:t>
        <a:bodyPr/>
        <a:lstStyle/>
        <a:p>
          <a:r>
            <a:rPr lang="es-EC" noProof="0" dirty="0"/>
            <a:t>Tasa global de supervivencia: 38.38%</a:t>
          </a:r>
        </a:p>
      </dgm:t>
    </dgm:pt>
    <dgm:pt modelId="{4B3063CC-FC83-48D6-868C-30F5A7A0B907}" type="parTrans" cxnId="{BC4583DA-B53D-4D07-985A-D7FBD8FB4D95}">
      <dgm:prSet/>
      <dgm:spPr/>
      <dgm:t>
        <a:bodyPr/>
        <a:lstStyle/>
        <a:p>
          <a:endParaRPr lang="en-US"/>
        </a:p>
      </dgm:t>
    </dgm:pt>
    <dgm:pt modelId="{FA39517D-78DC-46B5-80E0-5DDB83FD6C4A}" type="sibTrans" cxnId="{BC4583DA-B53D-4D07-985A-D7FBD8FB4D95}">
      <dgm:prSet/>
      <dgm:spPr/>
      <dgm:t>
        <a:bodyPr/>
        <a:lstStyle/>
        <a:p>
          <a:endParaRPr lang="en-US"/>
        </a:p>
      </dgm:t>
    </dgm:pt>
    <dgm:pt modelId="{330B82C9-3774-4EAE-AB5E-33C5B3A70553}" type="pres">
      <dgm:prSet presAssocID="{D84AB7F7-798C-4CE5-B049-829884D6DC68}" presName="root" presStyleCnt="0">
        <dgm:presLayoutVars>
          <dgm:dir/>
          <dgm:resizeHandles val="exact"/>
        </dgm:presLayoutVars>
      </dgm:prSet>
      <dgm:spPr/>
    </dgm:pt>
    <dgm:pt modelId="{AEDB9004-6ECD-4D30-B147-4A4AD66914F3}" type="pres">
      <dgm:prSet presAssocID="{D84AB7F7-798C-4CE5-B049-829884D6DC68}" presName="container" presStyleCnt="0">
        <dgm:presLayoutVars>
          <dgm:dir/>
          <dgm:resizeHandles val="exact"/>
        </dgm:presLayoutVars>
      </dgm:prSet>
      <dgm:spPr/>
    </dgm:pt>
    <dgm:pt modelId="{F4C03B5B-6D34-433F-AE6A-2A45D6B03A2B}" type="pres">
      <dgm:prSet presAssocID="{412F4659-4E4A-4227-81E6-9047C57F6627}" presName="compNode" presStyleCnt="0"/>
      <dgm:spPr/>
    </dgm:pt>
    <dgm:pt modelId="{6A9FADE4-3322-45BC-95A1-0CAB02C8EBB9}" type="pres">
      <dgm:prSet presAssocID="{412F4659-4E4A-4227-81E6-9047C57F6627}" presName="iconBgRect" presStyleLbl="bgShp" presStyleIdx="0" presStyleCnt="5"/>
      <dgm:spPr/>
    </dgm:pt>
    <dgm:pt modelId="{D9CD23D0-ED16-48E3-B963-514CAA8283A0}" type="pres">
      <dgm:prSet presAssocID="{412F4659-4E4A-4227-81E6-9047C57F662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ntain scene"/>
        </a:ext>
      </dgm:extLst>
    </dgm:pt>
    <dgm:pt modelId="{1906C7DD-1016-499F-A347-CE9ADDAE5CB1}" type="pres">
      <dgm:prSet presAssocID="{412F4659-4E4A-4227-81E6-9047C57F6627}" presName="spaceRect" presStyleCnt="0"/>
      <dgm:spPr/>
    </dgm:pt>
    <dgm:pt modelId="{00C80A70-1458-48A8-A100-68FBF8F67571}" type="pres">
      <dgm:prSet presAssocID="{412F4659-4E4A-4227-81E6-9047C57F6627}" presName="textRect" presStyleLbl="revTx" presStyleIdx="0" presStyleCnt="5">
        <dgm:presLayoutVars>
          <dgm:chMax val="1"/>
          <dgm:chPref val="1"/>
        </dgm:presLayoutVars>
      </dgm:prSet>
      <dgm:spPr/>
    </dgm:pt>
    <dgm:pt modelId="{63E47154-417F-47F8-84EC-9853DF53ACAF}" type="pres">
      <dgm:prSet presAssocID="{B7EE55F1-544C-44DB-9714-423B73D56F65}" presName="sibTrans" presStyleLbl="sibTrans2D1" presStyleIdx="0" presStyleCnt="0"/>
      <dgm:spPr/>
    </dgm:pt>
    <dgm:pt modelId="{616856FB-25C4-4BE7-8ECA-6B10C9A8C9F7}" type="pres">
      <dgm:prSet presAssocID="{F9E49FE6-DA4A-4685-AA87-B641DF586C3E}" presName="compNode" presStyleCnt="0"/>
      <dgm:spPr/>
    </dgm:pt>
    <dgm:pt modelId="{D23C5D47-B3AA-4706-9B15-83F889B4F134}" type="pres">
      <dgm:prSet presAssocID="{F9E49FE6-DA4A-4685-AA87-B641DF586C3E}" presName="iconBgRect" presStyleLbl="bgShp" presStyleIdx="1" presStyleCnt="5"/>
      <dgm:spPr/>
    </dgm:pt>
    <dgm:pt modelId="{C1A96EBC-0265-4880-B6A9-38A2CB017B5F}" type="pres">
      <dgm:prSet presAssocID="{F9E49FE6-DA4A-4685-AA87-B641DF586C3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ítulos"/>
        </a:ext>
      </dgm:extLst>
    </dgm:pt>
    <dgm:pt modelId="{1CCE0DDB-E00B-48A1-853B-20D1ADD24FF8}" type="pres">
      <dgm:prSet presAssocID="{F9E49FE6-DA4A-4685-AA87-B641DF586C3E}" presName="spaceRect" presStyleCnt="0"/>
      <dgm:spPr/>
    </dgm:pt>
    <dgm:pt modelId="{210BAF41-D146-4220-A95E-287D30847283}" type="pres">
      <dgm:prSet presAssocID="{F9E49FE6-DA4A-4685-AA87-B641DF586C3E}" presName="textRect" presStyleLbl="revTx" presStyleIdx="1" presStyleCnt="5">
        <dgm:presLayoutVars>
          <dgm:chMax val="1"/>
          <dgm:chPref val="1"/>
        </dgm:presLayoutVars>
      </dgm:prSet>
      <dgm:spPr/>
    </dgm:pt>
    <dgm:pt modelId="{93E930AF-2F92-4DBF-A188-817F48C2764E}" type="pres">
      <dgm:prSet presAssocID="{C3F5A05A-7124-4DB3-965C-113D8F6F1490}" presName="sibTrans" presStyleLbl="sibTrans2D1" presStyleIdx="0" presStyleCnt="0"/>
      <dgm:spPr/>
    </dgm:pt>
    <dgm:pt modelId="{A6A124BA-4EAB-448A-8372-44B83457DC5A}" type="pres">
      <dgm:prSet presAssocID="{35603693-A13D-45A2-93A8-B19CD75BFAF4}" presName="compNode" presStyleCnt="0"/>
      <dgm:spPr/>
    </dgm:pt>
    <dgm:pt modelId="{310E65B9-C428-4C50-BF2A-00F7DF008AA5}" type="pres">
      <dgm:prSet presAssocID="{35603693-A13D-45A2-93A8-B19CD75BFAF4}" presName="iconBgRect" presStyleLbl="bgShp" presStyleIdx="2" presStyleCnt="5"/>
      <dgm:spPr/>
    </dgm:pt>
    <dgm:pt modelId="{8458309F-C4E9-48A9-AC2B-7C50E81D4F2B}" type="pres">
      <dgm:prSet presAssocID="{35603693-A13D-45A2-93A8-B19CD75BFAF4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B09210E0-BC30-4291-ACAD-9774BD25E34C}" type="pres">
      <dgm:prSet presAssocID="{35603693-A13D-45A2-93A8-B19CD75BFAF4}" presName="spaceRect" presStyleCnt="0"/>
      <dgm:spPr/>
    </dgm:pt>
    <dgm:pt modelId="{10B52286-DAA9-43B7-9A54-FEC38E2FACE9}" type="pres">
      <dgm:prSet presAssocID="{35603693-A13D-45A2-93A8-B19CD75BFAF4}" presName="textRect" presStyleLbl="revTx" presStyleIdx="2" presStyleCnt="5">
        <dgm:presLayoutVars>
          <dgm:chMax val="1"/>
          <dgm:chPref val="1"/>
        </dgm:presLayoutVars>
      </dgm:prSet>
      <dgm:spPr/>
    </dgm:pt>
    <dgm:pt modelId="{5BE88592-DD16-4320-AD55-8E6C4407DE46}" type="pres">
      <dgm:prSet presAssocID="{20E22819-FAEE-49F5-B064-D818BDE18E5F}" presName="sibTrans" presStyleLbl="sibTrans2D1" presStyleIdx="0" presStyleCnt="0"/>
      <dgm:spPr/>
    </dgm:pt>
    <dgm:pt modelId="{D2D91329-6C71-425D-8085-C94A477D8152}" type="pres">
      <dgm:prSet presAssocID="{9F5D7A12-A745-4910-8512-5432E365D54A}" presName="compNode" presStyleCnt="0"/>
      <dgm:spPr/>
    </dgm:pt>
    <dgm:pt modelId="{6F6C6AEF-B571-4D82-B572-0F88D45E9359}" type="pres">
      <dgm:prSet presAssocID="{9F5D7A12-A745-4910-8512-5432E365D54A}" presName="iconBgRect" presStyleLbl="bgShp" presStyleIdx="3" presStyleCnt="5"/>
      <dgm:spPr/>
    </dgm:pt>
    <dgm:pt modelId="{78B33E7E-0076-44E7-99BA-BBDC7AAA9B69}" type="pres">
      <dgm:prSet presAssocID="{9F5D7A12-A745-4910-8512-5432E365D54A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317DC03D-348A-440C-98A3-30E8888A371D}" type="pres">
      <dgm:prSet presAssocID="{9F5D7A12-A745-4910-8512-5432E365D54A}" presName="spaceRect" presStyleCnt="0"/>
      <dgm:spPr/>
    </dgm:pt>
    <dgm:pt modelId="{79FC1DF1-1BC8-434F-8742-EE9B4AD8CD4D}" type="pres">
      <dgm:prSet presAssocID="{9F5D7A12-A745-4910-8512-5432E365D54A}" presName="textRect" presStyleLbl="revTx" presStyleIdx="3" presStyleCnt="5">
        <dgm:presLayoutVars>
          <dgm:chMax val="1"/>
          <dgm:chPref val="1"/>
        </dgm:presLayoutVars>
      </dgm:prSet>
      <dgm:spPr/>
    </dgm:pt>
    <dgm:pt modelId="{9861BA16-9377-41D2-BFA4-D7B540F4DD5C}" type="pres">
      <dgm:prSet presAssocID="{F3E0C8EE-2176-4EE0-943E-3DB949429B8A}" presName="sibTrans" presStyleLbl="sibTrans2D1" presStyleIdx="0" presStyleCnt="0"/>
      <dgm:spPr/>
    </dgm:pt>
    <dgm:pt modelId="{BDD142D7-BEC2-476B-9DF1-431331483E97}" type="pres">
      <dgm:prSet presAssocID="{73BB96CB-4CE6-4BAD-9076-10CD3EB96D29}" presName="compNode" presStyleCnt="0"/>
      <dgm:spPr/>
    </dgm:pt>
    <dgm:pt modelId="{E14F2DC9-04B1-4A2F-A9B1-8A4A83E5BCE0}" type="pres">
      <dgm:prSet presAssocID="{73BB96CB-4CE6-4BAD-9076-10CD3EB96D29}" presName="iconBgRect" presStyleLbl="bgShp" presStyleIdx="4" presStyleCnt="5"/>
      <dgm:spPr/>
    </dgm:pt>
    <dgm:pt modelId="{37FC7761-EA27-489B-AA02-4C6BC2BFD0A5}" type="pres">
      <dgm:prSet presAssocID="{73BB96CB-4CE6-4BAD-9076-10CD3EB96D2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ólar"/>
        </a:ext>
      </dgm:extLst>
    </dgm:pt>
    <dgm:pt modelId="{6518EE04-33E8-46F9-974C-EA2724D07BDF}" type="pres">
      <dgm:prSet presAssocID="{73BB96CB-4CE6-4BAD-9076-10CD3EB96D29}" presName="spaceRect" presStyleCnt="0"/>
      <dgm:spPr/>
    </dgm:pt>
    <dgm:pt modelId="{030AAEC7-59DB-4A11-B48B-1893EEF80F12}" type="pres">
      <dgm:prSet presAssocID="{73BB96CB-4CE6-4BAD-9076-10CD3EB96D2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76DDF16-708B-4A73-A15E-CC2CCCC61371}" type="presOf" srcId="{F3E0C8EE-2176-4EE0-943E-3DB949429B8A}" destId="{9861BA16-9377-41D2-BFA4-D7B540F4DD5C}" srcOrd="0" destOrd="0" presId="urn:microsoft.com/office/officeart/2018/2/layout/IconCircleList"/>
    <dgm:cxn modelId="{337D4F1C-5755-4AEE-B321-E8FEC22FE058}" type="presOf" srcId="{20E22819-FAEE-49F5-B064-D818BDE18E5F}" destId="{5BE88592-DD16-4320-AD55-8E6C4407DE46}" srcOrd="0" destOrd="0" presId="urn:microsoft.com/office/officeart/2018/2/layout/IconCircleList"/>
    <dgm:cxn modelId="{DAF8851E-999A-4549-9C21-B1857908610E}" type="presOf" srcId="{B7EE55F1-544C-44DB-9714-423B73D56F65}" destId="{63E47154-417F-47F8-84EC-9853DF53ACAF}" srcOrd="0" destOrd="0" presId="urn:microsoft.com/office/officeart/2018/2/layout/IconCircleList"/>
    <dgm:cxn modelId="{5DC20A29-2A41-4898-ADB9-E382442F9E7F}" type="presOf" srcId="{D84AB7F7-798C-4CE5-B049-829884D6DC68}" destId="{330B82C9-3774-4EAE-AB5E-33C5B3A70553}" srcOrd="0" destOrd="0" presId="urn:microsoft.com/office/officeart/2018/2/layout/IconCircleList"/>
    <dgm:cxn modelId="{7C153660-8F98-4678-BE40-158F9E36A4FF}" type="presOf" srcId="{412F4659-4E4A-4227-81E6-9047C57F6627}" destId="{00C80A70-1458-48A8-A100-68FBF8F67571}" srcOrd="0" destOrd="0" presId="urn:microsoft.com/office/officeart/2018/2/layout/IconCircleList"/>
    <dgm:cxn modelId="{89003C62-7E4D-4EA8-AF48-7C8F80A6CA73}" type="presOf" srcId="{C3F5A05A-7124-4DB3-965C-113D8F6F1490}" destId="{93E930AF-2F92-4DBF-A188-817F48C2764E}" srcOrd="0" destOrd="0" presId="urn:microsoft.com/office/officeart/2018/2/layout/IconCircleList"/>
    <dgm:cxn modelId="{36F33D42-0EE3-4588-B458-183A659D738E}" type="presOf" srcId="{9F5D7A12-A745-4910-8512-5432E365D54A}" destId="{79FC1DF1-1BC8-434F-8742-EE9B4AD8CD4D}" srcOrd="0" destOrd="0" presId="urn:microsoft.com/office/officeart/2018/2/layout/IconCircleList"/>
    <dgm:cxn modelId="{8B89154F-5D8B-4D4E-BFE1-CB31ED7A0D4B}" type="presOf" srcId="{73BB96CB-4CE6-4BAD-9076-10CD3EB96D29}" destId="{030AAEC7-59DB-4A11-B48B-1893EEF80F12}" srcOrd="0" destOrd="0" presId="urn:microsoft.com/office/officeart/2018/2/layout/IconCircleList"/>
    <dgm:cxn modelId="{9B301F6F-2C27-4E59-973F-F2945E7F9A77}" type="presOf" srcId="{35603693-A13D-45A2-93A8-B19CD75BFAF4}" destId="{10B52286-DAA9-43B7-9A54-FEC38E2FACE9}" srcOrd="0" destOrd="0" presId="urn:microsoft.com/office/officeart/2018/2/layout/IconCircleList"/>
    <dgm:cxn modelId="{3040C355-7C2B-4710-A197-E649ACFE36B3}" srcId="{D84AB7F7-798C-4CE5-B049-829884D6DC68}" destId="{35603693-A13D-45A2-93A8-B19CD75BFAF4}" srcOrd="2" destOrd="0" parTransId="{461D8281-66A6-4A3F-AE8D-160195A9EF00}" sibTransId="{20E22819-FAEE-49F5-B064-D818BDE18E5F}"/>
    <dgm:cxn modelId="{9E80A080-978B-4F83-A1DB-218372B2AE6E}" type="presOf" srcId="{F9E49FE6-DA4A-4685-AA87-B641DF586C3E}" destId="{210BAF41-D146-4220-A95E-287D30847283}" srcOrd="0" destOrd="0" presId="urn:microsoft.com/office/officeart/2018/2/layout/IconCircleList"/>
    <dgm:cxn modelId="{EC002985-3F82-474B-85D1-DDC671E486C6}" srcId="{D84AB7F7-798C-4CE5-B049-829884D6DC68}" destId="{F9E49FE6-DA4A-4685-AA87-B641DF586C3E}" srcOrd="1" destOrd="0" parTransId="{545C1116-F36E-4C5A-B73F-E8081E247ADE}" sibTransId="{C3F5A05A-7124-4DB3-965C-113D8F6F1490}"/>
    <dgm:cxn modelId="{4B260F8D-37FA-4317-B0ED-685674A1AB67}" srcId="{D84AB7F7-798C-4CE5-B049-829884D6DC68}" destId="{9F5D7A12-A745-4910-8512-5432E365D54A}" srcOrd="3" destOrd="0" parTransId="{8C833EFE-2183-403C-AD94-A21C730ECA00}" sibTransId="{F3E0C8EE-2176-4EE0-943E-3DB949429B8A}"/>
    <dgm:cxn modelId="{59D1E195-AB34-40E0-AFD8-79BBE58BA250}" srcId="{D84AB7F7-798C-4CE5-B049-829884D6DC68}" destId="{412F4659-4E4A-4227-81E6-9047C57F6627}" srcOrd="0" destOrd="0" parTransId="{8EAF2B33-8D91-49AF-B2B2-59B144AFA3E4}" sibTransId="{B7EE55F1-544C-44DB-9714-423B73D56F65}"/>
    <dgm:cxn modelId="{BC4583DA-B53D-4D07-985A-D7FBD8FB4D95}" srcId="{D84AB7F7-798C-4CE5-B049-829884D6DC68}" destId="{73BB96CB-4CE6-4BAD-9076-10CD3EB96D29}" srcOrd="4" destOrd="0" parTransId="{4B3063CC-FC83-48D6-868C-30F5A7A0B907}" sibTransId="{FA39517D-78DC-46B5-80E0-5DDB83FD6C4A}"/>
    <dgm:cxn modelId="{393ECBFE-0EA7-4354-A71D-25B39954204C}" type="presParOf" srcId="{330B82C9-3774-4EAE-AB5E-33C5B3A70553}" destId="{AEDB9004-6ECD-4D30-B147-4A4AD66914F3}" srcOrd="0" destOrd="0" presId="urn:microsoft.com/office/officeart/2018/2/layout/IconCircleList"/>
    <dgm:cxn modelId="{8530DCE7-AF9F-409D-9156-704BF0D14983}" type="presParOf" srcId="{AEDB9004-6ECD-4D30-B147-4A4AD66914F3}" destId="{F4C03B5B-6D34-433F-AE6A-2A45D6B03A2B}" srcOrd="0" destOrd="0" presId="urn:microsoft.com/office/officeart/2018/2/layout/IconCircleList"/>
    <dgm:cxn modelId="{C1AE88C1-BA67-432F-B80C-143B2D97B690}" type="presParOf" srcId="{F4C03B5B-6D34-433F-AE6A-2A45D6B03A2B}" destId="{6A9FADE4-3322-45BC-95A1-0CAB02C8EBB9}" srcOrd="0" destOrd="0" presId="urn:microsoft.com/office/officeart/2018/2/layout/IconCircleList"/>
    <dgm:cxn modelId="{799F9A03-F62C-4071-978C-4CE01B8D9D3D}" type="presParOf" srcId="{F4C03B5B-6D34-433F-AE6A-2A45D6B03A2B}" destId="{D9CD23D0-ED16-48E3-B963-514CAA8283A0}" srcOrd="1" destOrd="0" presId="urn:microsoft.com/office/officeart/2018/2/layout/IconCircleList"/>
    <dgm:cxn modelId="{AA9AA69C-D446-4E4B-A1CA-743E7C84D674}" type="presParOf" srcId="{F4C03B5B-6D34-433F-AE6A-2A45D6B03A2B}" destId="{1906C7DD-1016-499F-A347-CE9ADDAE5CB1}" srcOrd="2" destOrd="0" presId="urn:microsoft.com/office/officeart/2018/2/layout/IconCircleList"/>
    <dgm:cxn modelId="{53FD135B-7A41-4801-9B38-7599B8E2191D}" type="presParOf" srcId="{F4C03B5B-6D34-433F-AE6A-2A45D6B03A2B}" destId="{00C80A70-1458-48A8-A100-68FBF8F67571}" srcOrd="3" destOrd="0" presId="urn:microsoft.com/office/officeart/2018/2/layout/IconCircleList"/>
    <dgm:cxn modelId="{268D7E77-C73F-43F2-BF10-C75FA69A33C8}" type="presParOf" srcId="{AEDB9004-6ECD-4D30-B147-4A4AD66914F3}" destId="{63E47154-417F-47F8-84EC-9853DF53ACAF}" srcOrd="1" destOrd="0" presId="urn:microsoft.com/office/officeart/2018/2/layout/IconCircleList"/>
    <dgm:cxn modelId="{B6EC3EDB-1520-46A0-9CD3-914000261AFD}" type="presParOf" srcId="{AEDB9004-6ECD-4D30-B147-4A4AD66914F3}" destId="{616856FB-25C4-4BE7-8ECA-6B10C9A8C9F7}" srcOrd="2" destOrd="0" presId="urn:microsoft.com/office/officeart/2018/2/layout/IconCircleList"/>
    <dgm:cxn modelId="{1791E144-A867-4C0E-A485-2393D78D2157}" type="presParOf" srcId="{616856FB-25C4-4BE7-8ECA-6B10C9A8C9F7}" destId="{D23C5D47-B3AA-4706-9B15-83F889B4F134}" srcOrd="0" destOrd="0" presId="urn:microsoft.com/office/officeart/2018/2/layout/IconCircleList"/>
    <dgm:cxn modelId="{311F2E5E-BC7E-41DF-9C2C-81AF062699AB}" type="presParOf" srcId="{616856FB-25C4-4BE7-8ECA-6B10C9A8C9F7}" destId="{C1A96EBC-0265-4880-B6A9-38A2CB017B5F}" srcOrd="1" destOrd="0" presId="urn:microsoft.com/office/officeart/2018/2/layout/IconCircleList"/>
    <dgm:cxn modelId="{391B977F-3060-4C72-9ACC-5A67976A39B1}" type="presParOf" srcId="{616856FB-25C4-4BE7-8ECA-6B10C9A8C9F7}" destId="{1CCE0DDB-E00B-48A1-853B-20D1ADD24FF8}" srcOrd="2" destOrd="0" presId="urn:microsoft.com/office/officeart/2018/2/layout/IconCircleList"/>
    <dgm:cxn modelId="{1BE08231-6000-40FC-BF32-86F001617C09}" type="presParOf" srcId="{616856FB-25C4-4BE7-8ECA-6B10C9A8C9F7}" destId="{210BAF41-D146-4220-A95E-287D30847283}" srcOrd="3" destOrd="0" presId="urn:microsoft.com/office/officeart/2018/2/layout/IconCircleList"/>
    <dgm:cxn modelId="{76D487C2-5DA6-496A-92D1-A0341AAF2BD6}" type="presParOf" srcId="{AEDB9004-6ECD-4D30-B147-4A4AD66914F3}" destId="{93E930AF-2F92-4DBF-A188-817F48C2764E}" srcOrd="3" destOrd="0" presId="urn:microsoft.com/office/officeart/2018/2/layout/IconCircleList"/>
    <dgm:cxn modelId="{8AA522ED-1043-4EE7-80C9-DDF25721024E}" type="presParOf" srcId="{AEDB9004-6ECD-4D30-B147-4A4AD66914F3}" destId="{A6A124BA-4EAB-448A-8372-44B83457DC5A}" srcOrd="4" destOrd="0" presId="urn:microsoft.com/office/officeart/2018/2/layout/IconCircleList"/>
    <dgm:cxn modelId="{EE2933AF-79B9-4EA1-8BF8-7458205BA196}" type="presParOf" srcId="{A6A124BA-4EAB-448A-8372-44B83457DC5A}" destId="{310E65B9-C428-4C50-BF2A-00F7DF008AA5}" srcOrd="0" destOrd="0" presId="urn:microsoft.com/office/officeart/2018/2/layout/IconCircleList"/>
    <dgm:cxn modelId="{FCC14073-795B-43DB-8736-EED34264564D}" type="presParOf" srcId="{A6A124BA-4EAB-448A-8372-44B83457DC5A}" destId="{8458309F-C4E9-48A9-AC2B-7C50E81D4F2B}" srcOrd="1" destOrd="0" presId="urn:microsoft.com/office/officeart/2018/2/layout/IconCircleList"/>
    <dgm:cxn modelId="{12B4124C-988D-4A9F-A84B-87E9DCD7EA4F}" type="presParOf" srcId="{A6A124BA-4EAB-448A-8372-44B83457DC5A}" destId="{B09210E0-BC30-4291-ACAD-9774BD25E34C}" srcOrd="2" destOrd="0" presId="urn:microsoft.com/office/officeart/2018/2/layout/IconCircleList"/>
    <dgm:cxn modelId="{6D2D1547-21A9-4B7F-ACBB-D103B23AEE35}" type="presParOf" srcId="{A6A124BA-4EAB-448A-8372-44B83457DC5A}" destId="{10B52286-DAA9-43B7-9A54-FEC38E2FACE9}" srcOrd="3" destOrd="0" presId="urn:microsoft.com/office/officeart/2018/2/layout/IconCircleList"/>
    <dgm:cxn modelId="{B659D22C-582B-43F1-B6BE-6F43F76E90B3}" type="presParOf" srcId="{AEDB9004-6ECD-4D30-B147-4A4AD66914F3}" destId="{5BE88592-DD16-4320-AD55-8E6C4407DE46}" srcOrd="5" destOrd="0" presId="urn:microsoft.com/office/officeart/2018/2/layout/IconCircleList"/>
    <dgm:cxn modelId="{29889C08-05FD-44BA-B192-209E107D10E6}" type="presParOf" srcId="{AEDB9004-6ECD-4D30-B147-4A4AD66914F3}" destId="{D2D91329-6C71-425D-8085-C94A477D8152}" srcOrd="6" destOrd="0" presId="urn:microsoft.com/office/officeart/2018/2/layout/IconCircleList"/>
    <dgm:cxn modelId="{C5BB4D34-2E98-4FE7-8B57-8D49D406EE0F}" type="presParOf" srcId="{D2D91329-6C71-425D-8085-C94A477D8152}" destId="{6F6C6AEF-B571-4D82-B572-0F88D45E9359}" srcOrd="0" destOrd="0" presId="urn:microsoft.com/office/officeart/2018/2/layout/IconCircleList"/>
    <dgm:cxn modelId="{527B2DF3-617C-4FCA-9C0A-335838B4CEB0}" type="presParOf" srcId="{D2D91329-6C71-425D-8085-C94A477D8152}" destId="{78B33E7E-0076-44E7-99BA-BBDC7AAA9B69}" srcOrd="1" destOrd="0" presId="urn:microsoft.com/office/officeart/2018/2/layout/IconCircleList"/>
    <dgm:cxn modelId="{D156B753-FB3C-40C9-B535-332510FA817B}" type="presParOf" srcId="{D2D91329-6C71-425D-8085-C94A477D8152}" destId="{317DC03D-348A-440C-98A3-30E8888A371D}" srcOrd="2" destOrd="0" presId="urn:microsoft.com/office/officeart/2018/2/layout/IconCircleList"/>
    <dgm:cxn modelId="{5AB855C2-6FFB-45C4-9D2A-6E931DF5C1BA}" type="presParOf" srcId="{D2D91329-6C71-425D-8085-C94A477D8152}" destId="{79FC1DF1-1BC8-434F-8742-EE9B4AD8CD4D}" srcOrd="3" destOrd="0" presId="urn:microsoft.com/office/officeart/2018/2/layout/IconCircleList"/>
    <dgm:cxn modelId="{271CBDB0-B0EA-4044-AD22-DA3DA8B9C663}" type="presParOf" srcId="{AEDB9004-6ECD-4D30-B147-4A4AD66914F3}" destId="{9861BA16-9377-41D2-BFA4-D7B540F4DD5C}" srcOrd="7" destOrd="0" presId="urn:microsoft.com/office/officeart/2018/2/layout/IconCircleList"/>
    <dgm:cxn modelId="{74586C3C-6D84-4F50-AB5B-D43D1E222A7E}" type="presParOf" srcId="{AEDB9004-6ECD-4D30-B147-4A4AD66914F3}" destId="{BDD142D7-BEC2-476B-9DF1-431331483E97}" srcOrd="8" destOrd="0" presId="urn:microsoft.com/office/officeart/2018/2/layout/IconCircleList"/>
    <dgm:cxn modelId="{9E674EA4-3E65-4107-ACF8-7645AEC24C81}" type="presParOf" srcId="{BDD142D7-BEC2-476B-9DF1-431331483E97}" destId="{E14F2DC9-04B1-4A2F-A9B1-8A4A83E5BCE0}" srcOrd="0" destOrd="0" presId="urn:microsoft.com/office/officeart/2018/2/layout/IconCircleList"/>
    <dgm:cxn modelId="{4D1ED044-6FC9-46E5-B778-C7CBDEE9ACA4}" type="presParOf" srcId="{BDD142D7-BEC2-476B-9DF1-431331483E97}" destId="{37FC7761-EA27-489B-AA02-4C6BC2BFD0A5}" srcOrd="1" destOrd="0" presId="urn:microsoft.com/office/officeart/2018/2/layout/IconCircleList"/>
    <dgm:cxn modelId="{52FD72B3-0E5E-4EF9-8C23-D787CF247A4D}" type="presParOf" srcId="{BDD142D7-BEC2-476B-9DF1-431331483E97}" destId="{6518EE04-33E8-46F9-974C-EA2724D07BDF}" srcOrd="2" destOrd="0" presId="urn:microsoft.com/office/officeart/2018/2/layout/IconCircleList"/>
    <dgm:cxn modelId="{16ED4207-8D5B-40FC-B888-D9BC246B2385}" type="presParOf" srcId="{BDD142D7-BEC2-476B-9DF1-431331483E97}" destId="{030AAEC7-59DB-4A11-B48B-1893EEF80F1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FBFC1F-DF9B-43A2-820D-CE09E1590A4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23B3DC5-E825-451F-963D-8C46C42DDFFE}">
      <dgm:prSet/>
      <dgm:spPr/>
      <dgm:t>
        <a:bodyPr/>
        <a:lstStyle/>
        <a:p>
          <a:r>
            <a:rPr lang="es-EC" noProof="0" dirty="0"/>
            <a:t>Faltantes antes: 866</a:t>
          </a:r>
        </a:p>
      </dgm:t>
    </dgm:pt>
    <dgm:pt modelId="{2373C78A-932F-434C-B0B5-A7B11F3E009D}" type="parTrans" cxnId="{C3372C48-7867-476B-8C15-F3FCCB2F386A}">
      <dgm:prSet/>
      <dgm:spPr/>
      <dgm:t>
        <a:bodyPr/>
        <a:lstStyle/>
        <a:p>
          <a:endParaRPr lang="en-US"/>
        </a:p>
      </dgm:t>
    </dgm:pt>
    <dgm:pt modelId="{AD74BB7C-E92F-43F4-BA80-48AA3A1576EB}" type="sibTrans" cxnId="{C3372C48-7867-476B-8C15-F3FCCB2F386A}">
      <dgm:prSet/>
      <dgm:spPr/>
      <dgm:t>
        <a:bodyPr/>
        <a:lstStyle/>
        <a:p>
          <a:endParaRPr lang="en-US"/>
        </a:p>
      </dgm:t>
    </dgm:pt>
    <dgm:pt modelId="{2C1BA1FB-E350-4944-B003-14E08F080ADC}">
      <dgm:prSet/>
      <dgm:spPr/>
      <dgm:t>
        <a:bodyPr/>
        <a:lstStyle/>
        <a:p>
          <a:r>
            <a:rPr lang="es-EC" noProof="0" dirty="0"/>
            <a:t>Faltantes después: 0</a:t>
          </a:r>
        </a:p>
      </dgm:t>
    </dgm:pt>
    <dgm:pt modelId="{4E6104F4-19A2-464C-932D-B8D27EE935EF}" type="parTrans" cxnId="{770A549D-CA16-4569-8FCD-F3A0F973B9C0}">
      <dgm:prSet/>
      <dgm:spPr/>
      <dgm:t>
        <a:bodyPr/>
        <a:lstStyle/>
        <a:p>
          <a:endParaRPr lang="en-US"/>
        </a:p>
      </dgm:t>
    </dgm:pt>
    <dgm:pt modelId="{33C418D0-5F57-4010-8339-2DFA36CCE06E}" type="sibTrans" cxnId="{770A549D-CA16-4569-8FCD-F3A0F973B9C0}">
      <dgm:prSet/>
      <dgm:spPr/>
      <dgm:t>
        <a:bodyPr/>
        <a:lstStyle/>
        <a:p>
          <a:endParaRPr lang="en-US"/>
        </a:p>
      </dgm:t>
    </dgm:pt>
    <dgm:pt modelId="{7B7D790E-BD7E-49BE-8D58-0B804A29FBC4}">
      <dgm:prSet/>
      <dgm:spPr/>
      <dgm:t>
        <a:bodyPr/>
        <a:lstStyle/>
        <a:p>
          <a:r>
            <a:rPr lang="es-EC" noProof="0" dirty="0"/>
            <a:t>Duplicados: 0</a:t>
          </a:r>
        </a:p>
      </dgm:t>
    </dgm:pt>
    <dgm:pt modelId="{2F56CFA2-E1AD-4DDE-9EDE-936D771A1DC6}" type="parTrans" cxnId="{30AD2C38-88BD-48EF-9FF8-FA28F5EF7EEE}">
      <dgm:prSet/>
      <dgm:spPr/>
      <dgm:t>
        <a:bodyPr/>
        <a:lstStyle/>
        <a:p>
          <a:endParaRPr lang="en-US"/>
        </a:p>
      </dgm:t>
    </dgm:pt>
    <dgm:pt modelId="{E89213AE-0055-4CF0-9727-57C1DBAA3A47}" type="sibTrans" cxnId="{30AD2C38-88BD-48EF-9FF8-FA28F5EF7EEE}">
      <dgm:prSet/>
      <dgm:spPr/>
      <dgm:t>
        <a:bodyPr/>
        <a:lstStyle/>
        <a:p>
          <a:endParaRPr lang="en-US"/>
        </a:p>
      </dgm:t>
    </dgm:pt>
    <dgm:pt modelId="{78E28CCF-648A-49C7-A4BB-38F667C11213}">
      <dgm:prSet/>
      <dgm:spPr/>
      <dgm:t>
        <a:bodyPr/>
        <a:lstStyle/>
        <a:p>
          <a:r>
            <a:rPr lang="es-EC" noProof="0" dirty="0"/>
            <a:t>Imputación aplicada:</a:t>
          </a:r>
        </a:p>
      </dgm:t>
    </dgm:pt>
    <dgm:pt modelId="{65CCC04E-6830-4F29-82E0-6EF157EE6255}" type="parTrans" cxnId="{1C906E49-C655-4174-ABDC-558D3AAD0A55}">
      <dgm:prSet/>
      <dgm:spPr/>
      <dgm:t>
        <a:bodyPr/>
        <a:lstStyle/>
        <a:p>
          <a:endParaRPr lang="en-US"/>
        </a:p>
      </dgm:t>
    </dgm:pt>
    <dgm:pt modelId="{08674A47-8CB1-4CBB-AC94-E94E773F69D4}" type="sibTrans" cxnId="{1C906E49-C655-4174-ABDC-558D3AAD0A55}">
      <dgm:prSet/>
      <dgm:spPr/>
      <dgm:t>
        <a:bodyPr/>
        <a:lstStyle/>
        <a:p>
          <a:endParaRPr lang="en-US"/>
        </a:p>
      </dgm:t>
    </dgm:pt>
    <dgm:pt modelId="{F76ECBB2-C2AA-4E4F-8CC1-272C37B72931}">
      <dgm:prSet/>
      <dgm:spPr/>
      <dgm:t>
        <a:bodyPr/>
        <a:lstStyle/>
        <a:p>
          <a:r>
            <a:rPr lang="es-EC" noProof="0" dirty="0"/>
            <a:t>- Age: mediana</a:t>
          </a:r>
        </a:p>
      </dgm:t>
    </dgm:pt>
    <dgm:pt modelId="{963940BE-95FB-4012-9E66-9AD1E6667E3E}" type="parTrans" cxnId="{83455152-B4EF-47C6-8CDB-CEDA936D28C2}">
      <dgm:prSet/>
      <dgm:spPr/>
      <dgm:t>
        <a:bodyPr/>
        <a:lstStyle/>
        <a:p>
          <a:endParaRPr lang="en-US"/>
        </a:p>
      </dgm:t>
    </dgm:pt>
    <dgm:pt modelId="{2497F1E9-ED1F-4F84-A613-1110177D0EFD}" type="sibTrans" cxnId="{83455152-B4EF-47C6-8CDB-CEDA936D28C2}">
      <dgm:prSet/>
      <dgm:spPr/>
      <dgm:t>
        <a:bodyPr/>
        <a:lstStyle/>
        <a:p>
          <a:endParaRPr lang="en-US"/>
        </a:p>
      </dgm:t>
    </dgm:pt>
    <dgm:pt modelId="{296EAFBA-734F-426D-B44C-C9E7B17100F1}">
      <dgm:prSet/>
      <dgm:spPr/>
      <dgm:t>
        <a:bodyPr/>
        <a:lstStyle/>
        <a:p>
          <a:r>
            <a:rPr lang="es-EC" noProof="0" dirty="0"/>
            <a:t>- </a:t>
          </a:r>
          <a:r>
            <a:rPr lang="es-EC" noProof="0" dirty="0" err="1"/>
            <a:t>Embarked</a:t>
          </a:r>
          <a:r>
            <a:rPr lang="es-EC" noProof="0" dirty="0"/>
            <a:t>: moda</a:t>
          </a:r>
        </a:p>
      </dgm:t>
    </dgm:pt>
    <dgm:pt modelId="{5BD4147D-13CF-46CD-8D61-5C0991FEBF94}" type="parTrans" cxnId="{1DE0A0D2-EB3C-45D3-AEC7-0525365969F8}">
      <dgm:prSet/>
      <dgm:spPr/>
      <dgm:t>
        <a:bodyPr/>
        <a:lstStyle/>
        <a:p>
          <a:endParaRPr lang="en-US"/>
        </a:p>
      </dgm:t>
    </dgm:pt>
    <dgm:pt modelId="{EC04CB92-278D-488A-9C0C-36EF0FC8B3E0}" type="sibTrans" cxnId="{1DE0A0D2-EB3C-45D3-AEC7-0525365969F8}">
      <dgm:prSet/>
      <dgm:spPr/>
      <dgm:t>
        <a:bodyPr/>
        <a:lstStyle/>
        <a:p>
          <a:endParaRPr lang="en-US"/>
        </a:p>
      </dgm:t>
    </dgm:pt>
    <dgm:pt modelId="{BB9AAEF1-86C7-46B7-B5C6-B812BAD7BFE4}">
      <dgm:prSet/>
      <dgm:spPr/>
      <dgm:t>
        <a:bodyPr/>
        <a:lstStyle/>
        <a:p>
          <a:r>
            <a:rPr lang="es-EC" noProof="0" dirty="0"/>
            <a:t>- </a:t>
          </a:r>
          <a:r>
            <a:rPr lang="es-EC" noProof="0" dirty="0" err="1"/>
            <a:t>Fare</a:t>
          </a:r>
          <a:r>
            <a:rPr lang="es-EC" noProof="0" dirty="0"/>
            <a:t>: mediana</a:t>
          </a:r>
        </a:p>
      </dgm:t>
    </dgm:pt>
    <dgm:pt modelId="{5C7323E3-18C2-4801-8E6C-631A95298731}" type="parTrans" cxnId="{AB76E595-59FA-48BA-82AC-ED0115A6DE79}">
      <dgm:prSet/>
      <dgm:spPr/>
      <dgm:t>
        <a:bodyPr/>
        <a:lstStyle/>
        <a:p>
          <a:endParaRPr lang="en-US"/>
        </a:p>
      </dgm:t>
    </dgm:pt>
    <dgm:pt modelId="{1651795B-F291-46BE-9649-D659974CDCA4}" type="sibTrans" cxnId="{AB76E595-59FA-48BA-82AC-ED0115A6DE79}">
      <dgm:prSet/>
      <dgm:spPr/>
      <dgm:t>
        <a:bodyPr/>
        <a:lstStyle/>
        <a:p>
          <a:endParaRPr lang="en-US"/>
        </a:p>
      </dgm:t>
    </dgm:pt>
    <dgm:pt modelId="{324C04E8-AD30-4708-B3A1-CAEAF00F3F4F}">
      <dgm:prSet/>
      <dgm:spPr/>
      <dgm:t>
        <a:bodyPr/>
        <a:lstStyle/>
        <a:p>
          <a:r>
            <a:rPr lang="es-EC" noProof="0" dirty="0"/>
            <a:t>- </a:t>
          </a:r>
          <a:r>
            <a:rPr lang="es-EC" noProof="0" dirty="0" err="1"/>
            <a:t>Cabin</a:t>
          </a:r>
          <a:r>
            <a:rPr lang="es-EC" noProof="0" dirty="0"/>
            <a:t>: '</a:t>
          </a:r>
          <a:r>
            <a:rPr lang="es-EC" noProof="0" dirty="0" err="1"/>
            <a:t>Unknown</a:t>
          </a:r>
          <a:r>
            <a:rPr lang="es-EC" noProof="0" dirty="0"/>
            <a:t>'</a:t>
          </a:r>
        </a:p>
      </dgm:t>
    </dgm:pt>
    <dgm:pt modelId="{6C368360-E2D8-4064-B2F3-D181D97697B8}" type="parTrans" cxnId="{3E58FAD2-12AC-4195-8B67-D5E595329A3A}">
      <dgm:prSet/>
      <dgm:spPr/>
      <dgm:t>
        <a:bodyPr/>
        <a:lstStyle/>
        <a:p>
          <a:endParaRPr lang="en-US"/>
        </a:p>
      </dgm:t>
    </dgm:pt>
    <dgm:pt modelId="{02266C3D-28E0-4A24-ACBF-46B0C8B432D8}" type="sibTrans" cxnId="{3E58FAD2-12AC-4195-8B67-D5E595329A3A}">
      <dgm:prSet/>
      <dgm:spPr/>
      <dgm:t>
        <a:bodyPr/>
        <a:lstStyle/>
        <a:p>
          <a:endParaRPr lang="en-US"/>
        </a:p>
      </dgm:t>
    </dgm:pt>
    <dgm:pt modelId="{C6DCD8FA-C048-4074-9291-1E83A2D66A76}" type="pres">
      <dgm:prSet presAssocID="{CDFBFC1F-DF9B-43A2-820D-CE09E1590A42}" presName="linear" presStyleCnt="0">
        <dgm:presLayoutVars>
          <dgm:dir/>
          <dgm:animLvl val="lvl"/>
          <dgm:resizeHandles val="exact"/>
        </dgm:presLayoutVars>
      </dgm:prSet>
      <dgm:spPr/>
    </dgm:pt>
    <dgm:pt modelId="{D91FBDAD-7916-4EC3-BB7F-D3D638AF833F}" type="pres">
      <dgm:prSet presAssocID="{823B3DC5-E825-451F-963D-8C46C42DDFFE}" presName="parentLin" presStyleCnt="0"/>
      <dgm:spPr/>
    </dgm:pt>
    <dgm:pt modelId="{1F741D3D-620E-4C7F-AADE-9A84DF1A63BF}" type="pres">
      <dgm:prSet presAssocID="{823B3DC5-E825-451F-963D-8C46C42DDFFE}" presName="parentLeftMargin" presStyleLbl="node1" presStyleIdx="0" presStyleCnt="4"/>
      <dgm:spPr/>
    </dgm:pt>
    <dgm:pt modelId="{F19EB74C-1D2A-4D81-AA6E-0C0FDDF238B9}" type="pres">
      <dgm:prSet presAssocID="{823B3DC5-E825-451F-963D-8C46C42DDFF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951BC3E-30DA-44AD-95AE-4FB20946B022}" type="pres">
      <dgm:prSet presAssocID="{823B3DC5-E825-451F-963D-8C46C42DDFFE}" presName="negativeSpace" presStyleCnt="0"/>
      <dgm:spPr/>
    </dgm:pt>
    <dgm:pt modelId="{D001971D-1C1F-41E8-B509-599C06F7BDE2}" type="pres">
      <dgm:prSet presAssocID="{823B3DC5-E825-451F-963D-8C46C42DDFFE}" presName="childText" presStyleLbl="conFgAcc1" presStyleIdx="0" presStyleCnt="4">
        <dgm:presLayoutVars>
          <dgm:bulletEnabled val="1"/>
        </dgm:presLayoutVars>
      </dgm:prSet>
      <dgm:spPr/>
    </dgm:pt>
    <dgm:pt modelId="{CAA33B6B-248E-45B1-BEDA-14CC088D3475}" type="pres">
      <dgm:prSet presAssocID="{AD74BB7C-E92F-43F4-BA80-48AA3A1576EB}" presName="spaceBetweenRectangles" presStyleCnt="0"/>
      <dgm:spPr/>
    </dgm:pt>
    <dgm:pt modelId="{AE2B9341-DB0B-43B6-9176-9FEA1A53D3D1}" type="pres">
      <dgm:prSet presAssocID="{2C1BA1FB-E350-4944-B003-14E08F080ADC}" presName="parentLin" presStyleCnt="0"/>
      <dgm:spPr/>
    </dgm:pt>
    <dgm:pt modelId="{A8A60114-0ABD-431C-827E-462E0B77615E}" type="pres">
      <dgm:prSet presAssocID="{2C1BA1FB-E350-4944-B003-14E08F080ADC}" presName="parentLeftMargin" presStyleLbl="node1" presStyleIdx="0" presStyleCnt="4"/>
      <dgm:spPr/>
    </dgm:pt>
    <dgm:pt modelId="{177737C8-B0E0-437B-8ECC-9565F82A6A08}" type="pres">
      <dgm:prSet presAssocID="{2C1BA1FB-E350-4944-B003-14E08F080AD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87612EC-1666-41C6-B256-55B466F7392A}" type="pres">
      <dgm:prSet presAssocID="{2C1BA1FB-E350-4944-B003-14E08F080ADC}" presName="negativeSpace" presStyleCnt="0"/>
      <dgm:spPr/>
    </dgm:pt>
    <dgm:pt modelId="{DFC52584-5B81-4C6F-B3C6-C43451004760}" type="pres">
      <dgm:prSet presAssocID="{2C1BA1FB-E350-4944-B003-14E08F080ADC}" presName="childText" presStyleLbl="conFgAcc1" presStyleIdx="1" presStyleCnt="4">
        <dgm:presLayoutVars>
          <dgm:bulletEnabled val="1"/>
        </dgm:presLayoutVars>
      </dgm:prSet>
      <dgm:spPr/>
    </dgm:pt>
    <dgm:pt modelId="{73614CF1-CC87-4E2E-9A8D-41B2D0D81288}" type="pres">
      <dgm:prSet presAssocID="{33C418D0-5F57-4010-8339-2DFA36CCE06E}" presName="spaceBetweenRectangles" presStyleCnt="0"/>
      <dgm:spPr/>
    </dgm:pt>
    <dgm:pt modelId="{50436229-8F38-4922-A7E4-21355C06C9E0}" type="pres">
      <dgm:prSet presAssocID="{7B7D790E-BD7E-49BE-8D58-0B804A29FBC4}" presName="parentLin" presStyleCnt="0"/>
      <dgm:spPr/>
    </dgm:pt>
    <dgm:pt modelId="{36169220-93A4-4350-A84A-12ACDAAB6F5E}" type="pres">
      <dgm:prSet presAssocID="{7B7D790E-BD7E-49BE-8D58-0B804A29FBC4}" presName="parentLeftMargin" presStyleLbl="node1" presStyleIdx="1" presStyleCnt="4"/>
      <dgm:spPr/>
    </dgm:pt>
    <dgm:pt modelId="{CB0772A6-B066-4406-A30E-DC48DA8B2398}" type="pres">
      <dgm:prSet presAssocID="{7B7D790E-BD7E-49BE-8D58-0B804A29FBC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A2DBCC7-CA72-4121-BF77-4AFC9B4B09B7}" type="pres">
      <dgm:prSet presAssocID="{7B7D790E-BD7E-49BE-8D58-0B804A29FBC4}" presName="negativeSpace" presStyleCnt="0"/>
      <dgm:spPr/>
    </dgm:pt>
    <dgm:pt modelId="{90E89F5A-1345-40AB-B180-96FB339D58C6}" type="pres">
      <dgm:prSet presAssocID="{7B7D790E-BD7E-49BE-8D58-0B804A29FBC4}" presName="childText" presStyleLbl="conFgAcc1" presStyleIdx="2" presStyleCnt="4">
        <dgm:presLayoutVars>
          <dgm:bulletEnabled val="1"/>
        </dgm:presLayoutVars>
      </dgm:prSet>
      <dgm:spPr/>
    </dgm:pt>
    <dgm:pt modelId="{7CA4FD56-3CD7-4AAD-A4EF-75ACF6BA67E4}" type="pres">
      <dgm:prSet presAssocID="{E89213AE-0055-4CF0-9727-57C1DBAA3A47}" presName="spaceBetweenRectangles" presStyleCnt="0"/>
      <dgm:spPr/>
    </dgm:pt>
    <dgm:pt modelId="{0FCF08EC-407F-41C7-8AE5-FCEDEE0DE6F8}" type="pres">
      <dgm:prSet presAssocID="{78E28CCF-648A-49C7-A4BB-38F667C11213}" presName="parentLin" presStyleCnt="0"/>
      <dgm:spPr/>
    </dgm:pt>
    <dgm:pt modelId="{568B2E14-B42C-4E50-B0C2-B314A694A633}" type="pres">
      <dgm:prSet presAssocID="{78E28CCF-648A-49C7-A4BB-38F667C11213}" presName="parentLeftMargin" presStyleLbl="node1" presStyleIdx="2" presStyleCnt="4"/>
      <dgm:spPr/>
    </dgm:pt>
    <dgm:pt modelId="{7533A82D-E491-4BF9-93B2-E1E29D71D7EF}" type="pres">
      <dgm:prSet presAssocID="{78E28CCF-648A-49C7-A4BB-38F667C1121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508C7CF-F5F3-4BE8-8E11-9EE96881566D}" type="pres">
      <dgm:prSet presAssocID="{78E28CCF-648A-49C7-A4BB-38F667C11213}" presName="negativeSpace" presStyleCnt="0"/>
      <dgm:spPr/>
    </dgm:pt>
    <dgm:pt modelId="{411B1A81-A1B2-4BA5-A3B7-52BE3258845C}" type="pres">
      <dgm:prSet presAssocID="{78E28CCF-648A-49C7-A4BB-38F667C1121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638D401-085C-434F-9951-634EB541E529}" type="presOf" srcId="{78E28CCF-648A-49C7-A4BB-38F667C11213}" destId="{568B2E14-B42C-4E50-B0C2-B314A694A633}" srcOrd="0" destOrd="0" presId="urn:microsoft.com/office/officeart/2005/8/layout/list1"/>
    <dgm:cxn modelId="{5327FF0C-5803-401F-83C8-3985FAE9C4AC}" type="presOf" srcId="{2C1BA1FB-E350-4944-B003-14E08F080ADC}" destId="{177737C8-B0E0-437B-8ECC-9565F82A6A08}" srcOrd="1" destOrd="0" presId="urn:microsoft.com/office/officeart/2005/8/layout/list1"/>
    <dgm:cxn modelId="{E6B1F620-4202-441E-9A70-8CC3500DBF9F}" type="presOf" srcId="{7B7D790E-BD7E-49BE-8D58-0B804A29FBC4}" destId="{36169220-93A4-4350-A84A-12ACDAAB6F5E}" srcOrd="0" destOrd="0" presId="urn:microsoft.com/office/officeart/2005/8/layout/list1"/>
    <dgm:cxn modelId="{30AD2C38-88BD-48EF-9FF8-FA28F5EF7EEE}" srcId="{CDFBFC1F-DF9B-43A2-820D-CE09E1590A42}" destId="{7B7D790E-BD7E-49BE-8D58-0B804A29FBC4}" srcOrd="2" destOrd="0" parTransId="{2F56CFA2-E1AD-4DDE-9EDE-936D771A1DC6}" sibTransId="{E89213AE-0055-4CF0-9727-57C1DBAA3A47}"/>
    <dgm:cxn modelId="{4892E165-5695-44F5-A8A0-0EB75FC47D1E}" type="presOf" srcId="{F76ECBB2-C2AA-4E4F-8CC1-272C37B72931}" destId="{411B1A81-A1B2-4BA5-A3B7-52BE3258845C}" srcOrd="0" destOrd="0" presId="urn:microsoft.com/office/officeart/2005/8/layout/list1"/>
    <dgm:cxn modelId="{C3372C48-7867-476B-8C15-F3FCCB2F386A}" srcId="{CDFBFC1F-DF9B-43A2-820D-CE09E1590A42}" destId="{823B3DC5-E825-451F-963D-8C46C42DDFFE}" srcOrd="0" destOrd="0" parTransId="{2373C78A-932F-434C-B0B5-A7B11F3E009D}" sibTransId="{AD74BB7C-E92F-43F4-BA80-48AA3A1576EB}"/>
    <dgm:cxn modelId="{1C906E49-C655-4174-ABDC-558D3AAD0A55}" srcId="{CDFBFC1F-DF9B-43A2-820D-CE09E1590A42}" destId="{78E28CCF-648A-49C7-A4BB-38F667C11213}" srcOrd="3" destOrd="0" parTransId="{65CCC04E-6830-4F29-82E0-6EF157EE6255}" sibTransId="{08674A47-8CB1-4CBB-AC94-E94E773F69D4}"/>
    <dgm:cxn modelId="{83455152-B4EF-47C6-8CDB-CEDA936D28C2}" srcId="{78E28CCF-648A-49C7-A4BB-38F667C11213}" destId="{F76ECBB2-C2AA-4E4F-8CC1-272C37B72931}" srcOrd="0" destOrd="0" parTransId="{963940BE-95FB-4012-9E66-9AD1E6667E3E}" sibTransId="{2497F1E9-ED1F-4F84-A613-1110177D0EFD}"/>
    <dgm:cxn modelId="{AEAA2E74-9139-40F7-9118-D1AF0541AEA1}" type="presOf" srcId="{BB9AAEF1-86C7-46B7-B5C6-B812BAD7BFE4}" destId="{411B1A81-A1B2-4BA5-A3B7-52BE3258845C}" srcOrd="0" destOrd="2" presId="urn:microsoft.com/office/officeart/2005/8/layout/list1"/>
    <dgm:cxn modelId="{AB76E595-59FA-48BA-82AC-ED0115A6DE79}" srcId="{78E28CCF-648A-49C7-A4BB-38F667C11213}" destId="{BB9AAEF1-86C7-46B7-B5C6-B812BAD7BFE4}" srcOrd="2" destOrd="0" parTransId="{5C7323E3-18C2-4801-8E6C-631A95298731}" sibTransId="{1651795B-F291-46BE-9649-D659974CDCA4}"/>
    <dgm:cxn modelId="{770A549D-CA16-4569-8FCD-F3A0F973B9C0}" srcId="{CDFBFC1F-DF9B-43A2-820D-CE09E1590A42}" destId="{2C1BA1FB-E350-4944-B003-14E08F080ADC}" srcOrd="1" destOrd="0" parTransId="{4E6104F4-19A2-464C-932D-B8D27EE935EF}" sibTransId="{33C418D0-5F57-4010-8339-2DFA36CCE06E}"/>
    <dgm:cxn modelId="{C893D1A6-B4A6-48AA-8D53-99A13297ECC8}" type="presOf" srcId="{823B3DC5-E825-451F-963D-8C46C42DDFFE}" destId="{1F741D3D-620E-4C7F-AADE-9A84DF1A63BF}" srcOrd="0" destOrd="0" presId="urn:microsoft.com/office/officeart/2005/8/layout/list1"/>
    <dgm:cxn modelId="{84783CD1-D0EC-478B-A40C-2EB51524102D}" type="presOf" srcId="{2C1BA1FB-E350-4944-B003-14E08F080ADC}" destId="{A8A60114-0ABD-431C-827E-462E0B77615E}" srcOrd="0" destOrd="0" presId="urn:microsoft.com/office/officeart/2005/8/layout/list1"/>
    <dgm:cxn modelId="{1DE0A0D2-EB3C-45D3-AEC7-0525365969F8}" srcId="{78E28CCF-648A-49C7-A4BB-38F667C11213}" destId="{296EAFBA-734F-426D-B44C-C9E7B17100F1}" srcOrd="1" destOrd="0" parTransId="{5BD4147D-13CF-46CD-8D61-5C0991FEBF94}" sibTransId="{EC04CB92-278D-488A-9C0C-36EF0FC8B3E0}"/>
    <dgm:cxn modelId="{3E58FAD2-12AC-4195-8B67-D5E595329A3A}" srcId="{78E28CCF-648A-49C7-A4BB-38F667C11213}" destId="{324C04E8-AD30-4708-B3A1-CAEAF00F3F4F}" srcOrd="3" destOrd="0" parTransId="{6C368360-E2D8-4064-B2F3-D181D97697B8}" sibTransId="{02266C3D-28E0-4A24-ACBF-46B0C8B432D8}"/>
    <dgm:cxn modelId="{FC30AFD4-DD3C-49E9-8531-B0C932CC8B71}" type="presOf" srcId="{CDFBFC1F-DF9B-43A2-820D-CE09E1590A42}" destId="{C6DCD8FA-C048-4074-9291-1E83A2D66A76}" srcOrd="0" destOrd="0" presId="urn:microsoft.com/office/officeart/2005/8/layout/list1"/>
    <dgm:cxn modelId="{5730F6E2-8170-4953-A812-CC27E09C7C91}" type="presOf" srcId="{296EAFBA-734F-426D-B44C-C9E7B17100F1}" destId="{411B1A81-A1B2-4BA5-A3B7-52BE3258845C}" srcOrd="0" destOrd="1" presId="urn:microsoft.com/office/officeart/2005/8/layout/list1"/>
    <dgm:cxn modelId="{1F2C7AED-49A6-4357-BC6A-AA23D413A0A3}" type="presOf" srcId="{7B7D790E-BD7E-49BE-8D58-0B804A29FBC4}" destId="{CB0772A6-B066-4406-A30E-DC48DA8B2398}" srcOrd="1" destOrd="0" presId="urn:microsoft.com/office/officeart/2005/8/layout/list1"/>
    <dgm:cxn modelId="{A615E1F0-5CCA-4B30-B8A5-DC3BA0E7CFDC}" type="presOf" srcId="{78E28CCF-648A-49C7-A4BB-38F667C11213}" destId="{7533A82D-E491-4BF9-93B2-E1E29D71D7EF}" srcOrd="1" destOrd="0" presId="urn:microsoft.com/office/officeart/2005/8/layout/list1"/>
    <dgm:cxn modelId="{9D78E9F2-1701-4023-8602-3D1F82E8C78F}" type="presOf" srcId="{324C04E8-AD30-4708-B3A1-CAEAF00F3F4F}" destId="{411B1A81-A1B2-4BA5-A3B7-52BE3258845C}" srcOrd="0" destOrd="3" presId="urn:microsoft.com/office/officeart/2005/8/layout/list1"/>
    <dgm:cxn modelId="{9C39FEF3-6408-4BF5-A604-503BC71A419A}" type="presOf" srcId="{823B3DC5-E825-451F-963D-8C46C42DDFFE}" destId="{F19EB74C-1D2A-4D81-AA6E-0C0FDDF238B9}" srcOrd="1" destOrd="0" presId="urn:microsoft.com/office/officeart/2005/8/layout/list1"/>
    <dgm:cxn modelId="{804AB7A0-6C5F-41E0-BCF4-816D6DF1B683}" type="presParOf" srcId="{C6DCD8FA-C048-4074-9291-1E83A2D66A76}" destId="{D91FBDAD-7916-4EC3-BB7F-D3D638AF833F}" srcOrd="0" destOrd="0" presId="urn:microsoft.com/office/officeart/2005/8/layout/list1"/>
    <dgm:cxn modelId="{C48F82FD-86CF-4A46-9BC8-E176BDC3C489}" type="presParOf" srcId="{D91FBDAD-7916-4EC3-BB7F-D3D638AF833F}" destId="{1F741D3D-620E-4C7F-AADE-9A84DF1A63BF}" srcOrd="0" destOrd="0" presId="urn:microsoft.com/office/officeart/2005/8/layout/list1"/>
    <dgm:cxn modelId="{7E76A63D-B20A-49A0-9D15-95FABDFE9A43}" type="presParOf" srcId="{D91FBDAD-7916-4EC3-BB7F-D3D638AF833F}" destId="{F19EB74C-1D2A-4D81-AA6E-0C0FDDF238B9}" srcOrd="1" destOrd="0" presId="urn:microsoft.com/office/officeart/2005/8/layout/list1"/>
    <dgm:cxn modelId="{BA9B49F3-0DFD-4289-9447-A1334EA238C4}" type="presParOf" srcId="{C6DCD8FA-C048-4074-9291-1E83A2D66A76}" destId="{6951BC3E-30DA-44AD-95AE-4FB20946B022}" srcOrd="1" destOrd="0" presId="urn:microsoft.com/office/officeart/2005/8/layout/list1"/>
    <dgm:cxn modelId="{AE1B9DFB-A9AA-4AA0-8B16-AE5AF6906565}" type="presParOf" srcId="{C6DCD8FA-C048-4074-9291-1E83A2D66A76}" destId="{D001971D-1C1F-41E8-B509-599C06F7BDE2}" srcOrd="2" destOrd="0" presId="urn:microsoft.com/office/officeart/2005/8/layout/list1"/>
    <dgm:cxn modelId="{252329DD-A1F6-4097-9C4C-E1C200B15353}" type="presParOf" srcId="{C6DCD8FA-C048-4074-9291-1E83A2D66A76}" destId="{CAA33B6B-248E-45B1-BEDA-14CC088D3475}" srcOrd="3" destOrd="0" presId="urn:microsoft.com/office/officeart/2005/8/layout/list1"/>
    <dgm:cxn modelId="{9409FA78-B1AA-49C2-9B6B-B6DC1F43085F}" type="presParOf" srcId="{C6DCD8FA-C048-4074-9291-1E83A2D66A76}" destId="{AE2B9341-DB0B-43B6-9176-9FEA1A53D3D1}" srcOrd="4" destOrd="0" presId="urn:microsoft.com/office/officeart/2005/8/layout/list1"/>
    <dgm:cxn modelId="{9B5F18E3-FF95-41BE-9DAB-27590A02C634}" type="presParOf" srcId="{AE2B9341-DB0B-43B6-9176-9FEA1A53D3D1}" destId="{A8A60114-0ABD-431C-827E-462E0B77615E}" srcOrd="0" destOrd="0" presId="urn:microsoft.com/office/officeart/2005/8/layout/list1"/>
    <dgm:cxn modelId="{5F83C9E0-D32F-4806-885C-98C8D4ADE5B0}" type="presParOf" srcId="{AE2B9341-DB0B-43B6-9176-9FEA1A53D3D1}" destId="{177737C8-B0E0-437B-8ECC-9565F82A6A08}" srcOrd="1" destOrd="0" presId="urn:microsoft.com/office/officeart/2005/8/layout/list1"/>
    <dgm:cxn modelId="{504503DE-EC03-475C-8B96-CCEDF3A92F67}" type="presParOf" srcId="{C6DCD8FA-C048-4074-9291-1E83A2D66A76}" destId="{287612EC-1666-41C6-B256-55B466F7392A}" srcOrd="5" destOrd="0" presId="urn:microsoft.com/office/officeart/2005/8/layout/list1"/>
    <dgm:cxn modelId="{DB2EC7B1-B655-46E3-BD62-6411C23A32B3}" type="presParOf" srcId="{C6DCD8FA-C048-4074-9291-1E83A2D66A76}" destId="{DFC52584-5B81-4C6F-B3C6-C43451004760}" srcOrd="6" destOrd="0" presId="urn:microsoft.com/office/officeart/2005/8/layout/list1"/>
    <dgm:cxn modelId="{EBEC358E-82E7-4ED3-B84B-34E80B269948}" type="presParOf" srcId="{C6DCD8FA-C048-4074-9291-1E83A2D66A76}" destId="{73614CF1-CC87-4E2E-9A8D-41B2D0D81288}" srcOrd="7" destOrd="0" presId="urn:microsoft.com/office/officeart/2005/8/layout/list1"/>
    <dgm:cxn modelId="{014DB808-EB65-43A7-9FD4-2524BCBD827F}" type="presParOf" srcId="{C6DCD8FA-C048-4074-9291-1E83A2D66A76}" destId="{50436229-8F38-4922-A7E4-21355C06C9E0}" srcOrd="8" destOrd="0" presId="urn:microsoft.com/office/officeart/2005/8/layout/list1"/>
    <dgm:cxn modelId="{80204037-12E8-4976-BA1A-EF07EC4058FC}" type="presParOf" srcId="{50436229-8F38-4922-A7E4-21355C06C9E0}" destId="{36169220-93A4-4350-A84A-12ACDAAB6F5E}" srcOrd="0" destOrd="0" presId="urn:microsoft.com/office/officeart/2005/8/layout/list1"/>
    <dgm:cxn modelId="{76F85BED-3B01-43D3-98D4-FBF2E3C1A19D}" type="presParOf" srcId="{50436229-8F38-4922-A7E4-21355C06C9E0}" destId="{CB0772A6-B066-4406-A30E-DC48DA8B2398}" srcOrd="1" destOrd="0" presId="urn:microsoft.com/office/officeart/2005/8/layout/list1"/>
    <dgm:cxn modelId="{FBB7515F-0CF7-48F7-94BE-F78ACE4340EE}" type="presParOf" srcId="{C6DCD8FA-C048-4074-9291-1E83A2D66A76}" destId="{1A2DBCC7-CA72-4121-BF77-4AFC9B4B09B7}" srcOrd="9" destOrd="0" presId="urn:microsoft.com/office/officeart/2005/8/layout/list1"/>
    <dgm:cxn modelId="{8A59858E-2A4F-4E53-9B13-5124EC1531E9}" type="presParOf" srcId="{C6DCD8FA-C048-4074-9291-1E83A2D66A76}" destId="{90E89F5A-1345-40AB-B180-96FB339D58C6}" srcOrd="10" destOrd="0" presId="urn:microsoft.com/office/officeart/2005/8/layout/list1"/>
    <dgm:cxn modelId="{20935FC2-E02F-482D-98A5-0AF7C127C24A}" type="presParOf" srcId="{C6DCD8FA-C048-4074-9291-1E83A2D66A76}" destId="{7CA4FD56-3CD7-4AAD-A4EF-75ACF6BA67E4}" srcOrd="11" destOrd="0" presId="urn:microsoft.com/office/officeart/2005/8/layout/list1"/>
    <dgm:cxn modelId="{4DEC0563-6DAA-4000-AF2A-2954EFC47872}" type="presParOf" srcId="{C6DCD8FA-C048-4074-9291-1E83A2D66A76}" destId="{0FCF08EC-407F-41C7-8AE5-FCEDEE0DE6F8}" srcOrd="12" destOrd="0" presId="urn:microsoft.com/office/officeart/2005/8/layout/list1"/>
    <dgm:cxn modelId="{D244833E-CE2B-4C73-B63D-59C20672E723}" type="presParOf" srcId="{0FCF08EC-407F-41C7-8AE5-FCEDEE0DE6F8}" destId="{568B2E14-B42C-4E50-B0C2-B314A694A633}" srcOrd="0" destOrd="0" presId="urn:microsoft.com/office/officeart/2005/8/layout/list1"/>
    <dgm:cxn modelId="{79F7B05C-8E6F-471F-835B-4607CFF0ADE5}" type="presParOf" srcId="{0FCF08EC-407F-41C7-8AE5-FCEDEE0DE6F8}" destId="{7533A82D-E491-4BF9-93B2-E1E29D71D7EF}" srcOrd="1" destOrd="0" presId="urn:microsoft.com/office/officeart/2005/8/layout/list1"/>
    <dgm:cxn modelId="{4FE192D4-BED6-4ADA-9FBD-BA86710BD20B}" type="presParOf" srcId="{C6DCD8FA-C048-4074-9291-1E83A2D66A76}" destId="{9508C7CF-F5F3-4BE8-8E11-9EE96881566D}" srcOrd="13" destOrd="0" presId="urn:microsoft.com/office/officeart/2005/8/layout/list1"/>
    <dgm:cxn modelId="{C6EBE67A-F384-46C7-90D7-70260BEDC4B2}" type="presParOf" srcId="{C6DCD8FA-C048-4074-9291-1E83A2D66A76}" destId="{411B1A81-A1B2-4BA5-A3B7-52BE3258845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06EE091-E94A-4613-A774-4C4BB94EE3A4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7BD8EA1-E542-41EC-AB9B-6D053AE4AFAF}">
      <dgm:prSet/>
      <dgm:spPr/>
      <dgm:t>
        <a:bodyPr/>
        <a:lstStyle/>
        <a:p>
          <a:r>
            <a:rPr lang="es-EC" noProof="0" dirty="0"/>
            <a:t>1. Se aseguró calidad del dato y se eliminaron faltantes.</a:t>
          </a:r>
        </a:p>
      </dgm:t>
    </dgm:pt>
    <dgm:pt modelId="{AEAC6351-3DE3-455B-B3FB-472DF8559AF4}" type="parTrans" cxnId="{5FDA87DB-085D-4BD6-82A6-FCE2E664B745}">
      <dgm:prSet/>
      <dgm:spPr/>
      <dgm:t>
        <a:bodyPr/>
        <a:lstStyle/>
        <a:p>
          <a:endParaRPr lang="en-US"/>
        </a:p>
      </dgm:t>
    </dgm:pt>
    <dgm:pt modelId="{CC6D0793-29A2-4A32-80DA-1F236459CA59}" type="sibTrans" cxnId="{5FDA87DB-085D-4BD6-82A6-FCE2E664B745}">
      <dgm:prSet/>
      <dgm:spPr/>
      <dgm:t>
        <a:bodyPr/>
        <a:lstStyle/>
        <a:p>
          <a:endParaRPr lang="es-EC" noProof="0" dirty="0"/>
        </a:p>
      </dgm:t>
    </dgm:pt>
    <dgm:pt modelId="{B21357D5-0272-45F0-9145-79E23FA7150E}">
      <dgm:prSet/>
      <dgm:spPr/>
      <dgm:t>
        <a:bodyPr/>
        <a:lstStyle/>
        <a:p>
          <a:r>
            <a:rPr lang="es-EC" noProof="0" dirty="0"/>
            <a:t>2. Se confirmó fuerte brecha por género en supervivencia (las mujeres sobrevivieron mucho más).</a:t>
          </a:r>
        </a:p>
      </dgm:t>
    </dgm:pt>
    <dgm:pt modelId="{C393CA2A-471D-48FD-AB31-4BF8EBAB95C9}" type="parTrans" cxnId="{DBC91A41-E8F3-4598-93F8-418693CEFBA0}">
      <dgm:prSet/>
      <dgm:spPr/>
      <dgm:t>
        <a:bodyPr/>
        <a:lstStyle/>
        <a:p>
          <a:endParaRPr lang="en-US"/>
        </a:p>
      </dgm:t>
    </dgm:pt>
    <dgm:pt modelId="{547DC5C7-F39E-4F50-9FA8-6CB9B717A82E}" type="sibTrans" cxnId="{DBC91A41-E8F3-4598-93F8-418693CEFBA0}">
      <dgm:prSet/>
      <dgm:spPr/>
      <dgm:t>
        <a:bodyPr/>
        <a:lstStyle/>
        <a:p>
          <a:endParaRPr lang="es-EC" noProof="0" dirty="0"/>
        </a:p>
      </dgm:t>
    </dgm:pt>
    <dgm:pt modelId="{D9115856-DACC-4B1F-BCF1-4969163867F8}">
      <dgm:prSet/>
      <dgm:spPr/>
      <dgm:t>
        <a:bodyPr/>
        <a:lstStyle/>
        <a:p>
          <a:r>
            <a:rPr lang="es-EC" noProof="0" dirty="0"/>
            <a:t>3. Se evidenció efecto de clase social en la probabilidad de sobrevivir (primera clase sobrevivió más).</a:t>
          </a:r>
        </a:p>
      </dgm:t>
    </dgm:pt>
    <dgm:pt modelId="{8320D2EE-76EB-41EB-89D7-00472B934D6B}" type="parTrans" cxnId="{65EA9241-97C9-4FF3-AB26-AE6CFC6F00F5}">
      <dgm:prSet/>
      <dgm:spPr/>
      <dgm:t>
        <a:bodyPr/>
        <a:lstStyle/>
        <a:p>
          <a:endParaRPr lang="en-US"/>
        </a:p>
      </dgm:t>
    </dgm:pt>
    <dgm:pt modelId="{83E33DD5-1A23-4DDE-BA2A-078B9AACAC07}" type="sibTrans" cxnId="{65EA9241-97C9-4FF3-AB26-AE6CFC6F00F5}">
      <dgm:prSet/>
      <dgm:spPr/>
      <dgm:t>
        <a:bodyPr/>
        <a:lstStyle/>
        <a:p>
          <a:endParaRPr lang="es-EC" noProof="0" dirty="0"/>
        </a:p>
      </dgm:t>
    </dgm:pt>
    <dgm:pt modelId="{6FBEFB90-3D9A-497D-84F2-C07398996285}">
      <dgm:prSet/>
      <dgm:spPr/>
      <dgm:t>
        <a:bodyPr/>
        <a:lstStyle/>
        <a:p>
          <a:r>
            <a:rPr lang="es-EC" noProof="0" dirty="0"/>
            <a:t>4. </a:t>
          </a:r>
          <a:r>
            <a:rPr lang="es-EC" noProof="0" dirty="0" err="1"/>
            <a:t>Pclass</a:t>
          </a:r>
          <a:r>
            <a:rPr lang="es-EC" noProof="0" dirty="0"/>
            <a:t> y </a:t>
          </a:r>
          <a:r>
            <a:rPr lang="es-EC" noProof="0" dirty="0" err="1"/>
            <a:t>Fare</a:t>
          </a:r>
          <a:r>
            <a:rPr lang="es-EC" noProof="0" dirty="0"/>
            <a:t> son variables prioritarias para modelado.</a:t>
          </a:r>
        </a:p>
      </dgm:t>
    </dgm:pt>
    <dgm:pt modelId="{4CC82984-85EA-4381-9B3C-17B2987ABFF8}" type="parTrans" cxnId="{650B71AC-1418-46D2-8F8F-18A25F844E97}">
      <dgm:prSet/>
      <dgm:spPr/>
      <dgm:t>
        <a:bodyPr/>
        <a:lstStyle/>
        <a:p>
          <a:endParaRPr lang="en-US"/>
        </a:p>
      </dgm:t>
    </dgm:pt>
    <dgm:pt modelId="{3A6FD805-DDDF-4E19-AE83-2211468E14C2}" type="sibTrans" cxnId="{650B71AC-1418-46D2-8F8F-18A25F844E97}">
      <dgm:prSet/>
      <dgm:spPr/>
      <dgm:t>
        <a:bodyPr/>
        <a:lstStyle/>
        <a:p>
          <a:endParaRPr lang="es-EC" noProof="0" dirty="0"/>
        </a:p>
      </dgm:t>
    </dgm:pt>
    <dgm:pt modelId="{8C86E9B5-92E5-4745-91B6-464E3A27B3C7}">
      <dgm:prSet/>
      <dgm:spPr/>
      <dgm:t>
        <a:bodyPr/>
        <a:lstStyle/>
        <a:p>
          <a:r>
            <a:rPr lang="es-EC" noProof="0" dirty="0"/>
            <a:t>5. El análisis es asociativo, no causal.</a:t>
          </a:r>
        </a:p>
      </dgm:t>
    </dgm:pt>
    <dgm:pt modelId="{CAF844B9-7424-4DD9-8686-46ADF294F8E7}" type="parTrans" cxnId="{6BC11768-C8BA-43B2-AE60-110CD069396D}">
      <dgm:prSet/>
      <dgm:spPr/>
      <dgm:t>
        <a:bodyPr/>
        <a:lstStyle/>
        <a:p>
          <a:endParaRPr lang="en-US"/>
        </a:p>
      </dgm:t>
    </dgm:pt>
    <dgm:pt modelId="{CBF38F90-8D24-44F1-97AC-46E0FDECFBEA}" type="sibTrans" cxnId="{6BC11768-C8BA-43B2-AE60-110CD069396D}">
      <dgm:prSet/>
      <dgm:spPr/>
      <dgm:t>
        <a:bodyPr/>
        <a:lstStyle/>
        <a:p>
          <a:endParaRPr lang="en-US"/>
        </a:p>
      </dgm:t>
    </dgm:pt>
    <dgm:pt modelId="{C6E1062C-22C6-44C7-9763-C27DAC17FB1D}" type="pres">
      <dgm:prSet presAssocID="{506EE091-E94A-4613-A774-4C4BB94EE3A4}" presName="Name0" presStyleCnt="0">
        <dgm:presLayoutVars>
          <dgm:dir/>
          <dgm:resizeHandles val="exact"/>
        </dgm:presLayoutVars>
      </dgm:prSet>
      <dgm:spPr/>
    </dgm:pt>
    <dgm:pt modelId="{CBE8B52C-EF06-4C9A-96CD-50C58F65AB23}" type="pres">
      <dgm:prSet presAssocID="{57BD8EA1-E542-41EC-AB9B-6D053AE4AFAF}" presName="node" presStyleLbl="node1" presStyleIdx="0" presStyleCnt="5">
        <dgm:presLayoutVars>
          <dgm:bulletEnabled val="1"/>
        </dgm:presLayoutVars>
      </dgm:prSet>
      <dgm:spPr/>
    </dgm:pt>
    <dgm:pt modelId="{65404EB1-5291-4FF1-9DFD-E21CD5C06B1D}" type="pres">
      <dgm:prSet presAssocID="{CC6D0793-29A2-4A32-80DA-1F236459CA59}" presName="sibTrans" presStyleLbl="sibTrans1D1" presStyleIdx="0" presStyleCnt="4"/>
      <dgm:spPr/>
    </dgm:pt>
    <dgm:pt modelId="{BC1D8E29-CF78-4D8B-B7F0-2DD5AF6F16EC}" type="pres">
      <dgm:prSet presAssocID="{CC6D0793-29A2-4A32-80DA-1F236459CA59}" presName="connectorText" presStyleLbl="sibTrans1D1" presStyleIdx="0" presStyleCnt="4"/>
      <dgm:spPr/>
    </dgm:pt>
    <dgm:pt modelId="{F672246E-41CD-474B-901E-8C1718EC4108}" type="pres">
      <dgm:prSet presAssocID="{B21357D5-0272-45F0-9145-79E23FA7150E}" presName="node" presStyleLbl="node1" presStyleIdx="1" presStyleCnt="5">
        <dgm:presLayoutVars>
          <dgm:bulletEnabled val="1"/>
        </dgm:presLayoutVars>
      </dgm:prSet>
      <dgm:spPr/>
    </dgm:pt>
    <dgm:pt modelId="{BD517C2C-B0C5-486C-AB3F-1C8AE1FCE1AC}" type="pres">
      <dgm:prSet presAssocID="{547DC5C7-F39E-4F50-9FA8-6CB9B717A82E}" presName="sibTrans" presStyleLbl="sibTrans1D1" presStyleIdx="1" presStyleCnt="4"/>
      <dgm:spPr/>
    </dgm:pt>
    <dgm:pt modelId="{1A361201-EBAF-4E86-B531-34E8EC8EED3D}" type="pres">
      <dgm:prSet presAssocID="{547DC5C7-F39E-4F50-9FA8-6CB9B717A82E}" presName="connectorText" presStyleLbl="sibTrans1D1" presStyleIdx="1" presStyleCnt="4"/>
      <dgm:spPr/>
    </dgm:pt>
    <dgm:pt modelId="{6B7E1C08-5E29-44A1-A6A4-B28D9FE11BA9}" type="pres">
      <dgm:prSet presAssocID="{D9115856-DACC-4B1F-BCF1-4969163867F8}" presName="node" presStyleLbl="node1" presStyleIdx="2" presStyleCnt="5">
        <dgm:presLayoutVars>
          <dgm:bulletEnabled val="1"/>
        </dgm:presLayoutVars>
      </dgm:prSet>
      <dgm:spPr/>
    </dgm:pt>
    <dgm:pt modelId="{5B7D6C6D-A4D2-4473-ADC8-1F70117B7F50}" type="pres">
      <dgm:prSet presAssocID="{83E33DD5-1A23-4DDE-BA2A-078B9AACAC07}" presName="sibTrans" presStyleLbl="sibTrans1D1" presStyleIdx="2" presStyleCnt="4"/>
      <dgm:spPr/>
    </dgm:pt>
    <dgm:pt modelId="{3F1A8E91-4D71-4D95-BEDA-3CD5F97D3732}" type="pres">
      <dgm:prSet presAssocID="{83E33DD5-1A23-4DDE-BA2A-078B9AACAC07}" presName="connectorText" presStyleLbl="sibTrans1D1" presStyleIdx="2" presStyleCnt="4"/>
      <dgm:spPr/>
    </dgm:pt>
    <dgm:pt modelId="{B6312CD4-6406-49A9-9559-550F871D8790}" type="pres">
      <dgm:prSet presAssocID="{6FBEFB90-3D9A-497D-84F2-C07398996285}" presName="node" presStyleLbl="node1" presStyleIdx="3" presStyleCnt="5">
        <dgm:presLayoutVars>
          <dgm:bulletEnabled val="1"/>
        </dgm:presLayoutVars>
      </dgm:prSet>
      <dgm:spPr/>
    </dgm:pt>
    <dgm:pt modelId="{DEB6ED04-9FB0-4E3A-9E2A-6E953941ED54}" type="pres">
      <dgm:prSet presAssocID="{3A6FD805-DDDF-4E19-AE83-2211468E14C2}" presName="sibTrans" presStyleLbl="sibTrans1D1" presStyleIdx="3" presStyleCnt="4"/>
      <dgm:spPr/>
    </dgm:pt>
    <dgm:pt modelId="{AF0AB972-A016-4C57-985C-183EF42C18D3}" type="pres">
      <dgm:prSet presAssocID="{3A6FD805-DDDF-4E19-AE83-2211468E14C2}" presName="connectorText" presStyleLbl="sibTrans1D1" presStyleIdx="3" presStyleCnt="4"/>
      <dgm:spPr/>
    </dgm:pt>
    <dgm:pt modelId="{1353D74B-DECD-4117-BE74-2BFAA69C9406}" type="pres">
      <dgm:prSet presAssocID="{8C86E9B5-92E5-4745-91B6-464E3A27B3C7}" presName="node" presStyleLbl="node1" presStyleIdx="4" presStyleCnt="5">
        <dgm:presLayoutVars>
          <dgm:bulletEnabled val="1"/>
        </dgm:presLayoutVars>
      </dgm:prSet>
      <dgm:spPr/>
    </dgm:pt>
  </dgm:ptLst>
  <dgm:cxnLst>
    <dgm:cxn modelId="{E3622211-9397-4C3D-A75A-45C4A5F7B26A}" type="presOf" srcId="{6FBEFB90-3D9A-497D-84F2-C07398996285}" destId="{B6312CD4-6406-49A9-9559-550F871D8790}" srcOrd="0" destOrd="0" presId="urn:microsoft.com/office/officeart/2016/7/layout/RepeatingBendingProcessNew"/>
    <dgm:cxn modelId="{CFEC3625-E120-4D5C-9C80-1B737197E11E}" type="presOf" srcId="{D9115856-DACC-4B1F-BCF1-4969163867F8}" destId="{6B7E1C08-5E29-44A1-A6A4-B28D9FE11BA9}" srcOrd="0" destOrd="0" presId="urn:microsoft.com/office/officeart/2016/7/layout/RepeatingBendingProcessNew"/>
    <dgm:cxn modelId="{1130523A-8B81-4750-ABEF-AC8B3A793242}" type="presOf" srcId="{3A6FD805-DDDF-4E19-AE83-2211468E14C2}" destId="{DEB6ED04-9FB0-4E3A-9E2A-6E953941ED54}" srcOrd="0" destOrd="0" presId="urn:microsoft.com/office/officeart/2016/7/layout/RepeatingBendingProcessNew"/>
    <dgm:cxn modelId="{DBC91A41-E8F3-4598-93F8-418693CEFBA0}" srcId="{506EE091-E94A-4613-A774-4C4BB94EE3A4}" destId="{B21357D5-0272-45F0-9145-79E23FA7150E}" srcOrd="1" destOrd="0" parTransId="{C393CA2A-471D-48FD-AB31-4BF8EBAB95C9}" sibTransId="{547DC5C7-F39E-4F50-9FA8-6CB9B717A82E}"/>
    <dgm:cxn modelId="{65EA9241-97C9-4FF3-AB26-AE6CFC6F00F5}" srcId="{506EE091-E94A-4613-A774-4C4BB94EE3A4}" destId="{D9115856-DACC-4B1F-BCF1-4969163867F8}" srcOrd="2" destOrd="0" parTransId="{8320D2EE-76EB-41EB-89D7-00472B934D6B}" sibTransId="{83E33DD5-1A23-4DDE-BA2A-078B9AACAC07}"/>
    <dgm:cxn modelId="{2CE1CD64-3C90-4224-A50D-CC1D996F94EA}" type="presOf" srcId="{547DC5C7-F39E-4F50-9FA8-6CB9B717A82E}" destId="{1A361201-EBAF-4E86-B531-34E8EC8EED3D}" srcOrd="1" destOrd="0" presId="urn:microsoft.com/office/officeart/2016/7/layout/RepeatingBendingProcessNew"/>
    <dgm:cxn modelId="{73274966-83AB-4A44-934B-062418DE4719}" type="presOf" srcId="{83E33DD5-1A23-4DDE-BA2A-078B9AACAC07}" destId="{5B7D6C6D-A4D2-4473-ADC8-1F70117B7F50}" srcOrd="0" destOrd="0" presId="urn:microsoft.com/office/officeart/2016/7/layout/RepeatingBendingProcessNew"/>
    <dgm:cxn modelId="{6BC11768-C8BA-43B2-AE60-110CD069396D}" srcId="{506EE091-E94A-4613-A774-4C4BB94EE3A4}" destId="{8C86E9B5-92E5-4745-91B6-464E3A27B3C7}" srcOrd="4" destOrd="0" parTransId="{CAF844B9-7424-4DD9-8686-46ADF294F8E7}" sibTransId="{CBF38F90-8D24-44F1-97AC-46E0FDECFBEA}"/>
    <dgm:cxn modelId="{D5F1674C-2455-48BF-BCF5-9D97805F95A4}" type="presOf" srcId="{B21357D5-0272-45F0-9145-79E23FA7150E}" destId="{F672246E-41CD-474B-901E-8C1718EC4108}" srcOrd="0" destOrd="0" presId="urn:microsoft.com/office/officeart/2016/7/layout/RepeatingBendingProcessNew"/>
    <dgm:cxn modelId="{8073574E-6145-4FD8-9DA4-1902CE14CDF6}" type="presOf" srcId="{8C86E9B5-92E5-4745-91B6-464E3A27B3C7}" destId="{1353D74B-DECD-4117-BE74-2BFAA69C9406}" srcOrd="0" destOrd="0" presId="urn:microsoft.com/office/officeart/2016/7/layout/RepeatingBendingProcessNew"/>
    <dgm:cxn modelId="{CD62897A-CEA2-4CC6-BE23-49BE05237771}" type="presOf" srcId="{506EE091-E94A-4613-A774-4C4BB94EE3A4}" destId="{C6E1062C-22C6-44C7-9763-C27DAC17FB1D}" srcOrd="0" destOrd="0" presId="urn:microsoft.com/office/officeart/2016/7/layout/RepeatingBendingProcessNew"/>
    <dgm:cxn modelId="{F6BCF597-A34D-4C6E-AEA2-1DE5698C3F08}" type="presOf" srcId="{57BD8EA1-E542-41EC-AB9B-6D053AE4AFAF}" destId="{CBE8B52C-EF06-4C9A-96CD-50C58F65AB23}" srcOrd="0" destOrd="0" presId="urn:microsoft.com/office/officeart/2016/7/layout/RepeatingBendingProcessNew"/>
    <dgm:cxn modelId="{B52B669A-85B6-4864-83A2-45EB666B48B0}" type="presOf" srcId="{CC6D0793-29A2-4A32-80DA-1F236459CA59}" destId="{BC1D8E29-CF78-4D8B-B7F0-2DD5AF6F16EC}" srcOrd="1" destOrd="0" presId="urn:microsoft.com/office/officeart/2016/7/layout/RepeatingBendingProcessNew"/>
    <dgm:cxn modelId="{650B71AC-1418-46D2-8F8F-18A25F844E97}" srcId="{506EE091-E94A-4613-A774-4C4BB94EE3A4}" destId="{6FBEFB90-3D9A-497D-84F2-C07398996285}" srcOrd="3" destOrd="0" parTransId="{4CC82984-85EA-4381-9B3C-17B2987ABFF8}" sibTransId="{3A6FD805-DDDF-4E19-AE83-2211468E14C2}"/>
    <dgm:cxn modelId="{64A4DAB6-558A-49CE-A974-ED7B41464467}" type="presOf" srcId="{CC6D0793-29A2-4A32-80DA-1F236459CA59}" destId="{65404EB1-5291-4FF1-9DFD-E21CD5C06B1D}" srcOrd="0" destOrd="0" presId="urn:microsoft.com/office/officeart/2016/7/layout/RepeatingBendingProcessNew"/>
    <dgm:cxn modelId="{7B34B8C8-E7AC-4F19-A40A-5CDB877C4A66}" type="presOf" srcId="{547DC5C7-F39E-4F50-9FA8-6CB9B717A82E}" destId="{BD517C2C-B0C5-486C-AB3F-1C8AE1FCE1AC}" srcOrd="0" destOrd="0" presId="urn:microsoft.com/office/officeart/2016/7/layout/RepeatingBendingProcessNew"/>
    <dgm:cxn modelId="{5FDA87DB-085D-4BD6-82A6-FCE2E664B745}" srcId="{506EE091-E94A-4613-A774-4C4BB94EE3A4}" destId="{57BD8EA1-E542-41EC-AB9B-6D053AE4AFAF}" srcOrd="0" destOrd="0" parTransId="{AEAC6351-3DE3-455B-B3FB-472DF8559AF4}" sibTransId="{CC6D0793-29A2-4A32-80DA-1F236459CA59}"/>
    <dgm:cxn modelId="{AA151AEB-5B9F-4C70-9BEC-52E5BC5E1959}" type="presOf" srcId="{3A6FD805-DDDF-4E19-AE83-2211468E14C2}" destId="{AF0AB972-A016-4C57-985C-183EF42C18D3}" srcOrd="1" destOrd="0" presId="urn:microsoft.com/office/officeart/2016/7/layout/RepeatingBendingProcessNew"/>
    <dgm:cxn modelId="{71BC6CF4-0F70-4858-99A6-D1ECEEB67E81}" type="presOf" srcId="{83E33DD5-1A23-4DDE-BA2A-078B9AACAC07}" destId="{3F1A8E91-4D71-4D95-BEDA-3CD5F97D3732}" srcOrd="1" destOrd="0" presId="urn:microsoft.com/office/officeart/2016/7/layout/RepeatingBendingProcessNew"/>
    <dgm:cxn modelId="{8F590111-E274-48BA-BEE9-56BB497FCA74}" type="presParOf" srcId="{C6E1062C-22C6-44C7-9763-C27DAC17FB1D}" destId="{CBE8B52C-EF06-4C9A-96CD-50C58F65AB23}" srcOrd="0" destOrd="0" presId="urn:microsoft.com/office/officeart/2016/7/layout/RepeatingBendingProcessNew"/>
    <dgm:cxn modelId="{D97F9755-348D-4A90-ADC8-19E5A3B4BAD7}" type="presParOf" srcId="{C6E1062C-22C6-44C7-9763-C27DAC17FB1D}" destId="{65404EB1-5291-4FF1-9DFD-E21CD5C06B1D}" srcOrd="1" destOrd="0" presId="urn:microsoft.com/office/officeart/2016/7/layout/RepeatingBendingProcessNew"/>
    <dgm:cxn modelId="{8968B3BB-8C97-4FC3-AD1A-CA02B3F98630}" type="presParOf" srcId="{65404EB1-5291-4FF1-9DFD-E21CD5C06B1D}" destId="{BC1D8E29-CF78-4D8B-B7F0-2DD5AF6F16EC}" srcOrd="0" destOrd="0" presId="urn:microsoft.com/office/officeart/2016/7/layout/RepeatingBendingProcessNew"/>
    <dgm:cxn modelId="{E2FA53D6-37F8-40A3-AC5A-16CF4599728F}" type="presParOf" srcId="{C6E1062C-22C6-44C7-9763-C27DAC17FB1D}" destId="{F672246E-41CD-474B-901E-8C1718EC4108}" srcOrd="2" destOrd="0" presId="urn:microsoft.com/office/officeart/2016/7/layout/RepeatingBendingProcessNew"/>
    <dgm:cxn modelId="{2811FDF8-77B9-49FC-B388-6D48B4D580ED}" type="presParOf" srcId="{C6E1062C-22C6-44C7-9763-C27DAC17FB1D}" destId="{BD517C2C-B0C5-486C-AB3F-1C8AE1FCE1AC}" srcOrd="3" destOrd="0" presId="urn:microsoft.com/office/officeart/2016/7/layout/RepeatingBendingProcessNew"/>
    <dgm:cxn modelId="{2F90117F-1FF0-4ECB-A45B-503829A5B34E}" type="presParOf" srcId="{BD517C2C-B0C5-486C-AB3F-1C8AE1FCE1AC}" destId="{1A361201-EBAF-4E86-B531-34E8EC8EED3D}" srcOrd="0" destOrd="0" presId="urn:microsoft.com/office/officeart/2016/7/layout/RepeatingBendingProcessNew"/>
    <dgm:cxn modelId="{747C5237-6077-4B91-B7D7-95D9D73A91AE}" type="presParOf" srcId="{C6E1062C-22C6-44C7-9763-C27DAC17FB1D}" destId="{6B7E1C08-5E29-44A1-A6A4-B28D9FE11BA9}" srcOrd="4" destOrd="0" presId="urn:microsoft.com/office/officeart/2016/7/layout/RepeatingBendingProcessNew"/>
    <dgm:cxn modelId="{773D0A8C-26EC-4195-9F99-732EFF91B49C}" type="presParOf" srcId="{C6E1062C-22C6-44C7-9763-C27DAC17FB1D}" destId="{5B7D6C6D-A4D2-4473-ADC8-1F70117B7F50}" srcOrd="5" destOrd="0" presId="urn:microsoft.com/office/officeart/2016/7/layout/RepeatingBendingProcessNew"/>
    <dgm:cxn modelId="{85656718-7453-4E9A-85C7-36DCC8712CA1}" type="presParOf" srcId="{5B7D6C6D-A4D2-4473-ADC8-1F70117B7F50}" destId="{3F1A8E91-4D71-4D95-BEDA-3CD5F97D3732}" srcOrd="0" destOrd="0" presId="urn:microsoft.com/office/officeart/2016/7/layout/RepeatingBendingProcessNew"/>
    <dgm:cxn modelId="{72593245-FDED-4751-A018-5CE667C5CE3D}" type="presParOf" srcId="{C6E1062C-22C6-44C7-9763-C27DAC17FB1D}" destId="{B6312CD4-6406-49A9-9559-550F871D8790}" srcOrd="6" destOrd="0" presId="urn:microsoft.com/office/officeart/2016/7/layout/RepeatingBendingProcessNew"/>
    <dgm:cxn modelId="{71077A71-EE8B-4CC3-86C1-4751E89F6FA8}" type="presParOf" srcId="{C6E1062C-22C6-44C7-9763-C27DAC17FB1D}" destId="{DEB6ED04-9FB0-4E3A-9E2A-6E953941ED54}" srcOrd="7" destOrd="0" presId="urn:microsoft.com/office/officeart/2016/7/layout/RepeatingBendingProcessNew"/>
    <dgm:cxn modelId="{BCCE8D44-3E2E-4DBB-B35D-6EBED7A8F3FE}" type="presParOf" srcId="{DEB6ED04-9FB0-4E3A-9E2A-6E953941ED54}" destId="{AF0AB972-A016-4C57-985C-183EF42C18D3}" srcOrd="0" destOrd="0" presId="urn:microsoft.com/office/officeart/2016/7/layout/RepeatingBendingProcessNew"/>
    <dgm:cxn modelId="{A59047FF-3DFA-441D-A3E4-839BC5881C5B}" type="presParOf" srcId="{C6E1062C-22C6-44C7-9763-C27DAC17FB1D}" destId="{1353D74B-DECD-4117-BE74-2BFAA69C9406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9D3007-F202-46CA-B294-DDB010E1B3F9}">
      <dsp:nvSpPr>
        <dsp:cNvPr id="0" name=""/>
        <dsp:cNvSpPr/>
      </dsp:nvSpPr>
      <dsp:spPr>
        <a:xfrm>
          <a:off x="518185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DE1B07-949F-4DCD-8503-375A75241BEC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E53F5B-4D9A-4DF6-8ADA-70D4584B1D0A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C" sz="1200" kern="1200" noProof="0" dirty="0"/>
            <a:t>Nombre del </a:t>
          </a:r>
          <a:r>
            <a:rPr lang="es-EC" sz="1200" kern="1200" noProof="0" dirty="0" err="1"/>
            <a:t>dataset</a:t>
          </a:r>
          <a:r>
            <a:rPr lang="es-EC" sz="1200" kern="1200" noProof="0" dirty="0"/>
            <a:t>: </a:t>
          </a:r>
          <a:r>
            <a:rPr lang="es-EC" sz="1200" kern="1200" noProof="0" dirty="0" err="1"/>
            <a:t>Titanic</a:t>
          </a:r>
          <a:endParaRPr lang="es-EC" sz="1200" kern="1200" noProof="0" dirty="0"/>
        </a:p>
      </dsp:txBody>
      <dsp:txXfrm>
        <a:off x="46529" y="2703902"/>
        <a:ext cx="2418750" cy="720000"/>
      </dsp:txXfrm>
    </dsp:sp>
    <dsp:sp modelId="{82B90196-58C8-45AC-ACF9-301F488E93B2}">
      <dsp:nvSpPr>
        <dsp:cNvPr id="0" name=""/>
        <dsp:cNvSpPr/>
      </dsp:nvSpPr>
      <dsp:spPr>
        <a:xfrm>
          <a:off x="3360216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BD892E-D136-48FB-8D3A-8D8EB7E9BB42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B37324-F318-4DFC-AF3E-4FD31EEB32A2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C" sz="1200" kern="1200" noProof="0" dirty="0"/>
            <a:t>Uso: Análisis Exploratorio (EDA) y clasificación binaria.</a:t>
          </a:r>
        </a:p>
      </dsp:txBody>
      <dsp:txXfrm>
        <a:off x="2888560" y="2703902"/>
        <a:ext cx="2418750" cy="720000"/>
      </dsp:txXfrm>
    </dsp:sp>
    <dsp:sp modelId="{364FF854-2DBC-4378-B107-CDE3C8D278DD}">
      <dsp:nvSpPr>
        <dsp:cNvPr id="0" name=""/>
        <dsp:cNvSpPr/>
      </dsp:nvSpPr>
      <dsp:spPr>
        <a:xfrm>
          <a:off x="6202248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51E333-A5ED-463B-80D8-81E1DB41F74D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AE5E74-0C1B-44BE-984A-4F4F5EC84343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C" sz="1200" kern="1200" noProof="0" dirty="0"/>
            <a:t>Pregunta central: ¿Qué factores se asocian a la supervivencia de los pasajeros?</a:t>
          </a:r>
        </a:p>
      </dsp:txBody>
      <dsp:txXfrm>
        <a:off x="5730591" y="2703902"/>
        <a:ext cx="24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9FADE4-3322-45BC-95A1-0CAB02C8EBB9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CD23D0-ED16-48E3-B963-514CAA8283A0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C80A70-1458-48A8-A100-68FBF8F67571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600" kern="1200" noProof="0" dirty="0"/>
            <a:t>Fuente: Repositorio público de </a:t>
          </a:r>
          <a:r>
            <a:rPr lang="es-EC" sz="1600" kern="1200" noProof="0" dirty="0" err="1"/>
            <a:t>Titanic</a:t>
          </a:r>
          <a:r>
            <a:rPr lang="es-EC" sz="1600" kern="1200" noProof="0" dirty="0"/>
            <a:t> (</a:t>
          </a:r>
          <a:r>
            <a:rPr lang="es-EC" sz="1600" kern="1200" noProof="0" dirty="0" err="1"/>
            <a:t>Kaggle</a:t>
          </a:r>
          <a:r>
            <a:rPr lang="es-EC" sz="1600" kern="1200" noProof="0" dirty="0"/>
            <a:t>)</a:t>
          </a:r>
        </a:p>
      </dsp:txBody>
      <dsp:txXfrm>
        <a:off x="1736122" y="1100"/>
        <a:ext cx="2172539" cy="921683"/>
      </dsp:txXfrm>
    </dsp:sp>
    <dsp:sp modelId="{D23C5D47-B3AA-4706-9B15-83F889B4F134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A96EBC-0265-4880-B6A9-38A2CB017B5F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0BAF41-D146-4220-A95E-287D30847283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600" kern="1200" noProof="0" dirty="0"/>
            <a:t>Observaciones: 891</a:t>
          </a:r>
        </a:p>
      </dsp:txBody>
      <dsp:txXfrm>
        <a:off x="5406396" y="1100"/>
        <a:ext cx="2172539" cy="921683"/>
      </dsp:txXfrm>
    </dsp:sp>
    <dsp:sp modelId="{310E65B9-C428-4C50-BF2A-00F7DF008AA5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58309F-C4E9-48A9-AC2B-7C50E81D4F2B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B52286-DAA9-43B7-9A54-FEC38E2FACE9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600" kern="1200" noProof="0" dirty="0"/>
            <a:t>Variables: 12</a:t>
          </a:r>
        </a:p>
      </dsp:txBody>
      <dsp:txXfrm>
        <a:off x="1736122" y="1635560"/>
        <a:ext cx="2172539" cy="921683"/>
      </dsp:txXfrm>
    </dsp:sp>
    <dsp:sp modelId="{6F6C6AEF-B571-4D82-B572-0F88D45E9359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B33E7E-0076-44E7-99BA-BBDC7AAA9B69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C1DF1-1BC8-434F-8742-EE9B4AD8CD4D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600" kern="1200" noProof="0" dirty="0"/>
            <a:t>Variable objetivo Y: </a:t>
          </a:r>
          <a:r>
            <a:rPr lang="es-EC" sz="1600" kern="1200" noProof="0" dirty="0" err="1"/>
            <a:t>Survived</a:t>
          </a:r>
          <a:r>
            <a:rPr lang="es-EC" sz="1600" kern="1200" noProof="0" dirty="0"/>
            <a:t> (0 no sobrevivió, 1 sobrevivió)</a:t>
          </a:r>
        </a:p>
      </dsp:txBody>
      <dsp:txXfrm>
        <a:off x="5406396" y="1635560"/>
        <a:ext cx="2172539" cy="921683"/>
      </dsp:txXfrm>
    </dsp:sp>
    <dsp:sp modelId="{E14F2DC9-04B1-4A2F-A9B1-8A4A83E5BCE0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FC7761-EA27-489B-AA02-4C6BC2BFD0A5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AAEC7-59DB-4A11-B48B-1893EEF80F12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600" kern="1200" noProof="0" dirty="0"/>
            <a:t>Tasa global de supervivencia: 38.38%</a:t>
          </a:r>
        </a:p>
      </dsp:txBody>
      <dsp:txXfrm>
        <a:off x="1736122" y="3270020"/>
        <a:ext cx="2172539" cy="9216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01971D-1C1F-41E8-B509-599C06F7BDE2}">
      <dsp:nvSpPr>
        <dsp:cNvPr id="0" name=""/>
        <dsp:cNvSpPr/>
      </dsp:nvSpPr>
      <dsp:spPr>
        <a:xfrm>
          <a:off x="0" y="288707"/>
          <a:ext cx="8195871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9EB74C-1D2A-4D81-AA6E-0C0FDDF238B9}">
      <dsp:nvSpPr>
        <dsp:cNvPr id="0" name=""/>
        <dsp:cNvSpPr/>
      </dsp:nvSpPr>
      <dsp:spPr>
        <a:xfrm>
          <a:off x="409793" y="37787"/>
          <a:ext cx="5737109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700" kern="1200" noProof="0" dirty="0"/>
            <a:t>Faltantes antes: 866</a:t>
          </a:r>
        </a:p>
      </dsp:txBody>
      <dsp:txXfrm>
        <a:off x="434291" y="62285"/>
        <a:ext cx="5688113" cy="452844"/>
      </dsp:txXfrm>
    </dsp:sp>
    <dsp:sp modelId="{DFC52584-5B81-4C6F-B3C6-C43451004760}">
      <dsp:nvSpPr>
        <dsp:cNvPr id="0" name=""/>
        <dsp:cNvSpPr/>
      </dsp:nvSpPr>
      <dsp:spPr>
        <a:xfrm>
          <a:off x="0" y="1059827"/>
          <a:ext cx="8195871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7737C8-B0E0-437B-8ECC-9565F82A6A08}">
      <dsp:nvSpPr>
        <dsp:cNvPr id="0" name=""/>
        <dsp:cNvSpPr/>
      </dsp:nvSpPr>
      <dsp:spPr>
        <a:xfrm>
          <a:off x="409793" y="808907"/>
          <a:ext cx="5737109" cy="50184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700" kern="1200" noProof="0" dirty="0"/>
            <a:t>Faltantes después: 0</a:t>
          </a:r>
        </a:p>
      </dsp:txBody>
      <dsp:txXfrm>
        <a:off x="434291" y="833405"/>
        <a:ext cx="5688113" cy="452844"/>
      </dsp:txXfrm>
    </dsp:sp>
    <dsp:sp modelId="{90E89F5A-1345-40AB-B180-96FB339D58C6}">
      <dsp:nvSpPr>
        <dsp:cNvPr id="0" name=""/>
        <dsp:cNvSpPr/>
      </dsp:nvSpPr>
      <dsp:spPr>
        <a:xfrm>
          <a:off x="0" y="1830947"/>
          <a:ext cx="8195871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0772A6-B066-4406-A30E-DC48DA8B2398}">
      <dsp:nvSpPr>
        <dsp:cNvPr id="0" name=""/>
        <dsp:cNvSpPr/>
      </dsp:nvSpPr>
      <dsp:spPr>
        <a:xfrm>
          <a:off x="409793" y="1580027"/>
          <a:ext cx="5737109" cy="50184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700" kern="1200" noProof="0" dirty="0"/>
            <a:t>Duplicados: 0</a:t>
          </a:r>
        </a:p>
      </dsp:txBody>
      <dsp:txXfrm>
        <a:off x="434291" y="1604525"/>
        <a:ext cx="5688113" cy="452844"/>
      </dsp:txXfrm>
    </dsp:sp>
    <dsp:sp modelId="{411B1A81-A1B2-4BA5-A3B7-52BE3258845C}">
      <dsp:nvSpPr>
        <dsp:cNvPr id="0" name=""/>
        <dsp:cNvSpPr/>
      </dsp:nvSpPr>
      <dsp:spPr>
        <a:xfrm>
          <a:off x="0" y="2602067"/>
          <a:ext cx="8195871" cy="1552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6091" tIns="354076" rIns="63609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700" kern="1200" noProof="0" dirty="0"/>
            <a:t>- Age: mediana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700" kern="1200" noProof="0" dirty="0"/>
            <a:t>- </a:t>
          </a:r>
          <a:r>
            <a:rPr lang="es-EC" sz="1700" kern="1200" noProof="0" dirty="0" err="1"/>
            <a:t>Embarked</a:t>
          </a:r>
          <a:r>
            <a:rPr lang="es-EC" sz="1700" kern="1200" noProof="0" dirty="0"/>
            <a:t>: moda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700" kern="1200" noProof="0" dirty="0"/>
            <a:t>- </a:t>
          </a:r>
          <a:r>
            <a:rPr lang="es-EC" sz="1700" kern="1200" noProof="0" dirty="0" err="1"/>
            <a:t>Fare</a:t>
          </a:r>
          <a:r>
            <a:rPr lang="es-EC" sz="1700" kern="1200" noProof="0" dirty="0"/>
            <a:t>: mediana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700" kern="1200" noProof="0" dirty="0"/>
            <a:t>- </a:t>
          </a:r>
          <a:r>
            <a:rPr lang="es-EC" sz="1700" kern="1200" noProof="0" dirty="0" err="1"/>
            <a:t>Cabin</a:t>
          </a:r>
          <a:r>
            <a:rPr lang="es-EC" sz="1700" kern="1200" noProof="0" dirty="0"/>
            <a:t>: '</a:t>
          </a:r>
          <a:r>
            <a:rPr lang="es-EC" sz="1700" kern="1200" noProof="0" dirty="0" err="1"/>
            <a:t>Unknown</a:t>
          </a:r>
          <a:r>
            <a:rPr lang="es-EC" sz="1700" kern="1200" noProof="0" dirty="0"/>
            <a:t>'</a:t>
          </a:r>
        </a:p>
      </dsp:txBody>
      <dsp:txXfrm>
        <a:off x="0" y="2602067"/>
        <a:ext cx="8195871" cy="1552950"/>
      </dsp:txXfrm>
    </dsp:sp>
    <dsp:sp modelId="{7533A82D-E491-4BF9-93B2-E1E29D71D7EF}">
      <dsp:nvSpPr>
        <dsp:cNvPr id="0" name=""/>
        <dsp:cNvSpPr/>
      </dsp:nvSpPr>
      <dsp:spPr>
        <a:xfrm>
          <a:off x="409793" y="2351147"/>
          <a:ext cx="5737109" cy="5018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700" kern="1200" noProof="0" dirty="0"/>
            <a:t>Imputación aplicada:</a:t>
          </a:r>
        </a:p>
      </dsp:txBody>
      <dsp:txXfrm>
        <a:off x="434291" y="2375645"/>
        <a:ext cx="5688113" cy="4528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404EB1-5291-4FF1-9DFD-E21CD5C06B1D}">
      <dsp:nvSpPr>
        <dsp:cNvPr id="0" name=""/>
        <dsp:cNvSpPr/>
      </dsp:nvSpPr>
      <dsp:spPr>
        <a:xfrm>
          <a:off x="2369600" y="8174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 noProof="0" dirty="0"/>
        </a:p>
      </dsp:txBody>
      <dsp:txXfrm>
        <a:off x="2612689" y="860459"/>
        <a:ext cx="27198" cy="5439"/>
      </dsp:txXfrm>
    </dsp:sp>
    <dsp:sp modelId="{CBE8B52C-EF06-4C9A-96CD-50C58F65AB23}">
      <dsp:nvSpPr>
        <dsp:cNvPr id="0" name=""/>
        <dsp:cNvSpPr/>
      </dsp:nvSpPr>
      <dsp:spPr>
        <a:xfrm>
          <a:off x="6282" y="153643"/>
          <a:ext cx="2365117" cy="14190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600" kern="1200" noProof="0" dirty="0"/>
            <a:t>1. Se aseguró calidad del dato y se eliminaron faltantes.</a:t>
          </a:r>
        </a:p>
      </dsp:txBody>
      <dsp:txXfrm>
        <a:off x="6282" y="153643"/>
        <a:ext cx="2365117" cy="1419070"/>
      </dsp:txXfrm>
    </dsp:sp>
    <dsp:sp modelId="{BD517C2C-B0C5-486C-AB3F-1C8AE1FCE1AC}">
      <dsp:nvSpPr>
        <dsp:cNvPr id="0" name=""/>
        <dsp:cNvSpPr/>
      </dsp:nvSpPr>
      <dsp:spPr>
        <a:xfrm>
          <a:off x="5278694" y="8174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 noProof="0" dirty="0"/>
        </a:p>
      </dsp:txBody>
      <dsp:txXfrm>
        <a:off x="5521783" y="860459"/>
        <a:ext cx="27198" cy="5439"/>
      </dsp:txXfrm>
    </dsp:sp>
    <dsp:sp modelId="{F672246E-41CD-474B-901E-8C1718EC4108}">
      <dsp:nvSpPr>
        <dsp:cNvPr id="0" name=""/>
        <dsp:cNvSpPr/>
      </dsp:nvSpPr>
      <dsp:spPr>
        <a:xfrm>
          <a:off x="2915376" y="153643"/>
          <a:ext cx="2365117" cy="141907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600" kern="1200" noProof="0" dirty="0"/>
            <a:t>2. Se confirmó fuerte brecha por género en supervivencia (las mujeres sobrevivieron mucho más).</a:t>
          </a:r>
        </a:p>
      </dsp:txBody>
      <dsp:txXfrm>
        <a:off x="2915376" y="153643"/>
        <a:ext cx="2365117" cy="1419070"/>
      </dsp:txXfrm>
    </dsp:sp>
    <dsp:sp modelId="{5B7D6C6D-A4D2-4473-ADC8-1F70117B7F50}">
      <dsp:nvSpPr>
        <dsp:cNvPr id="0" name=""/>
        <dsp:cNvSpPr/>
      </dsp:nvSpPr>
      <dsp:spPr>
        <a:xfrm>
          <a:off x="1188841" y="1570914"/>
          <a:ext cx="5818187" cy="513376"/>
        </a:xfrm>
        <a:custGeom>
          <a:avLst/>
          <a:gdLst/>
          <a:ahLst/>
          <a:cxnLst/>
          <a:rect l="0" t="0" r="0" b="0"/>
          <a:pathLst>
            <a:path>
              <a:moveTo>
                <a:pt x="5818187" y="0"/>
              </a:moveTo>
              <a:lnTo>
                <a:pt x="5818187" y="273788"/>
              </a:lnTo>
              <a:lnTo>
                <a:pt x="0" y="273788"/>
              </a:lnTo>
              <a:lnTo>
                <a:pt x="0" y="51337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 noProof="0" dirty="0"/>
        </a:p>
      </dsp:txBody>
      <dsp:txXfrm>
        <a:off x="3951846" y="1824882"/>
        <a:ext cx="292178" cy="5439"/>
      </dsp:txXfrm>
    </dsp:sp>
    <dsp:sp modelId="{6B7E1C08-5E29-44A1-A6A4-B28D9FE11BA9}">
      <dsp:nvSpPr>
        <dsp:cNvPr id="0" name=""/>
        <dsp:cNvSpPr/>
      </dsp:nvSpPr>
      <dsp:spPr>
        <a:xfrm>
          <a:off x="5824470" y="153643"/>
          <a:ext cx="2365117" cy="141907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600" kern="1200" noProof="0" dirty="0"/>
            <a:t>3. Se evidenció efecto de clase social en la probabilidad de sobrevivir (primera clase sobrevivió más).</a:t>
          </a:r>
        </a:p>
      </dsp:txBody>
      <dsp:txXfrm>
        <a:off x="5824470" y="153643"/>
        <a:ext cx="2365117" cy="1419070"/>
      </dsp:txXfrm>
    </dsp:sp>
    <dsp:sp modelId="{DEB6ED04-9FB0-4E3A-9E2A-6E953941ED54}">
      <dsp:nvSpPr>
        <dsp:cNvPr id="0" name=""/>
        <dsp:cNvSpPr/>
      </dsp:nvSpPr>
      <dsp:spPr>
        <a:xfrm>
          <a:off x="2369600" y="2780506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 noProof="0" dirty="0"/>
        </a:p>
      </dsp:txBody>
      <dsp:txXfrm>
        <a:off x="2612689" y="2823506"/>
        <a:ext cx="27198" cy="5439"/>
      </dsp:txXfrm>
    </dsp:sp>
    <dsp:sp modelId="{B6312CD4-6406-49A9-9559-550F871D8790}">
      <dsp:nvSpPr>
        <dsp:cNvPr id="0" name=""/>
        <dsp:cNvSpPr/>
      </dsp:nvSpPr>
      <dsp:spPr>
        <a:xfrm>
          <a:off x="6282" y="2116690"/>
          <a:ext cx="2365117" cy="141907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600" kern="1200" noProof="0" dirty="0"/>
            <a:t>4. </a:t>
          </a:r>
          <a:r>
            <a:rPr lang="es-EC" sz="1600" kern="1200" noProof="0" dirty="0" err="1"/>
            <a:t>Pclass</a:t>
          </a:r>
          <a:r>
            <a:rPr lang="es-EC" sz="1600" kern="1200" noProof="0" dirty="0"/>
            <a:t> y </a:t>
          </a:r>
          <a:r>
            <a:rPr lang="es-EC" sz="1600" kern="1200" noProof="0" dirty="0" err="1"/>
            <a:t>Fare</a:t>
          </a:r>
          <a:r>
            <a:rPr lang="es-EC" sz="1600" kern="1200" noProof="0" dirty="0"/>
            <a:t> son variables prioritarias para modelado.</a:t>
          </a:r>
        </a:p>
      </dsp:txBody>
      <dsp:txXfrm>
        <a:off x="6282" y="2116690"/>
        <a:ext cx="2365117" cy="1419070"/>
      </dsp:txXfrm>
    </dsp:sp>
    <dsp:sp modelId="{1353D74B-DECD-4117-BE74-2BFAA69C9406}">
      <dsp:nvSpPr>
        <dsp:cNvPr id="0" name=""/>
        <dsp:cNvSpPr/>
      </dsp:nvSpPr>
      <dsp:spPr>
        <a:xfrm>
          <a:off x="2915376" y="2116690"/>
          <a:ext cx="2365117" cy="141907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600" kern="1200" noProof="0" dirty="0"/>
            <a:t>5. El análisis es asociativo, no causal.</a:t>
          </a:r>
        </a:p>
      </dsp:txBody>
      <dsp:txXfrm>
        <a:off x="2915376" y="2116690"/>
        <a:ext cx="2365117" cy="14190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4B987-8A72-ACF3-D8F7-961E956F9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182D4C-9E6B-9930-9DA8-5AD4935AC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BE62EB-2542-808B-FA1F-0426DC38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E14743-D378-CA33-73B7-BED91C72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9773CF-DE90-0472-165B-96767D98D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836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8F705-C6C4-24EC-EA10-4ED6EF5F4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566728-5B73-847A-63E6-58DBD085B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19C503-4FE0-5F2C-7DE0-F735EF17F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33EC19-D154-161D-85AC-7AD586E34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01DECD-15A0-8FA7-67EF-F3D427E1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28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DA07C3-DC6D-B011-BE74-313948C56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6389CD-117C-81D4-4C0E-6B019CB6E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9C45F2-0B60-3675-F2BB-AF4784603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E845FA-1B12-6E70-730E-16E51EB85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06FE47-2F3D-65AB-1F96-2609D8633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0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B1F47-F676-A1F1-A8A5-CC1F4BFD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0F61F7-8739-EF90-0ED7-3C2AAFB783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C5D818-F685-748E-23F9-C92E30529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6B20D4-269F-29C0-7A0D-69F1C86F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39A4F2-A146-6955-2E4A-2E721722C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AC2EB-24C0-9EA0-C78A-D41431745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04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85A6C-FF55-E2F6-7468-E2405CE41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DCD997-E5E3-1F72-BC13-6EE1EC38F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86346F-E73D-C452-2CE5-0174E5EF2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D0C839E-74A6-E42B-3180-EEF5B465E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C1E9010-029B-53C5-9DE0-767BA5CE09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696CF66-0C44-B1AB-9196-0989C9CB4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CA84A47-E271-7309-C20D-446A729C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67EAFF-BC7E-8A9C-F8E6-11B3FE2FD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443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11D46B-AE65-ECB0-90A7-8934231A5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DAB97AB-AF5D-8BB0-16AF-8F547714E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1D8794A-4DD9-B650-A91B-D7241D0F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A155223-7A0F-686C-978E-633722CC7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65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2750C03-7ED9-82EB-1E1D-17F211475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9AC5CF0-C5DB-4AA8-0D21-EE6F27B8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80C6D8-5BCC-7BF2-28DB-EB1F47FF4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92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ABA5D-C151-5BCE-9AC3-DFE7355C4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28AF8A-4913-C0C0-5A01-EECC959B5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CFF14A-66F1-3CBF-4865-6B8FC785F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3F9263-BAFB-266C-451F-51C592A78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6619B2-1121-3FFE-B3B7-FCB0186B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733E45-298C-B067-4E02-73ED1AC1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2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2449D-A187-CC72-A8C2-1137673C0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B31C18B-8E50-3470-C757-16A69BB18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1A0A57-8C3E-AFEB-111C-C63DA6CFD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B4CE5C-D83F-4950-6412-8EECB30F7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C662FF-ADBD-5094-CEFE-38B3AAAE6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587E22-FE2C-1199-AE72-276726119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60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A13146-78EF-01E9-4069-1FD9C5F0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E35AC18-7156-79F6-C529-9EBB0923D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F1ED9F-9D6C-0C0D-226F-D62DFE11E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CDDF59-6CB4-D7DC-39ED-7079F1849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857DFA-3B2A-8FEA-75BF-7E0C0AC3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88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85BD7B-0983-0023-4B91-0FEED7520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FCDEF9-8558-C916-73AD-5D58EF9AC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C2F4A2-DF7C-1536-0B70-82C933BA5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484E6D-68AE-C06A-4C9A-181FA58F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575C68-2725-F1F4-6DCD-8D4D934C4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44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F6CA909-C78C-9810-E399-CF55C4440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C4052B-BC0A-89BD-979E-3666B9D1D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77910B-6344-1D72-C767-938869D7CE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D4B51F-3CEB-510D-9661-5D75BCF14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CFEC3C-585E-BA7A-03E7-022001AC8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16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Magnifying glass showing decling performance">
            <a:extLst>
              <a:ext uri="{FF2B5EF4-FFF2-40B4-BE49-F238E27FC236}">
                <a16:creationId xmlns:a16="http://schemas.microsoft.com/office/drawing/2014/main" id="{1D9549B2-B646-69B6-A397-EEE4B5521B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10999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19465" y="-2819458"/>
            <a:ext cx="3512260" cy="9151192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137434"/>
            <a:ext cx="5850495" cy="1520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/>
            <a:r>
              <a:rPr lang="es-EC" sz="3500" b="1" u="sng" kern="120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Análisis Exploratorio del </a:t>
            </a:r>
            <a:r>
              <a:rPr lang="es-EC" sz="3500" b="1" u="sng" kern="1200" noProof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Titanic</a:t>
            </a:r>
            <a:endParaRPr lang="es-EC" sz="3500" b="1" u="sng" kern="1200" noProof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55769" y="1075816"/>
            <a:ext cx="2425271" cy="9151191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3746" y="3350977"/>
            <a:ext cx="7948422" cy="16972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285750" indent="-285750" algn="l" defTabSz="914400">
              <a:buFont typeface="Arial" panose="020B0604020202020204" pitchFamily="34" charset="0"/>
              <a:buChar char="•"/>
            </a:pPr>
            <a:r>
              <a:rPr lang="es-EC" sz="15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Supervivencia por clase, género y edad</a:t>
            </a:r>
          </a:p>
          <a:p>
            <a:pPr indent="-228600" algn="l" defTabSz="914400">
              <a:buFont typeface="Arial" panose="020B0604020202020204" pitchFamily="34" charset="0"/>
              <a:buChar char="•"/>
            </a:pPr>
            <a:endParaRPr lang="es-EC" sz="1500" noProof="0" dirty="0">
              <a:solidFill>
                <a:srgbClr val="FFFFFF"/>
              </a:solidFill>
            </a:endParaRPr>
          </a:p>
          <a:p>
            <a:pPr marL="57150" indent="-285750" algn="l" defTabSz="914400">
              <a:buFont typeface="Wingdings" panose="05000000000000000000" pitchFamily="2" charset="2"/>
              <a:buChar char="Ø"/>
            </a:pPr>
            <a:r>
              <a:rPr lang="es-EC" sz="1500" b="1" noProof="0" dirty="0">
                <a:solidFill>
                  <a:schemeClr val="bg1">
                    <a:lumMod val="50000"/>
                  </a:schemeClr>
                </a:solidFill>
              </a:rPr>
              <a:t>Inteligencia Artificial</a:t>
            </a:r>
          </a:p>
          <a:p>
            <a:pPr marL="57150" indent="-285750" algn="l" defTabSz="914400">
              <a:buFont typeface="Wingdings" panose="05000000000000000000" pitchFamily="2" charset="2"/>
              <a:buChar char="Ø"/>
            </a:pPr>
            <a:r>
              <a:rPr lang="es-EC" sz="1500" b="1" noProof="0" dirty="0">
                <a:solidFill>
                  <a:schemeClr val="bg1">
                    <a:lumMod val="50000"/>
                  </a:schemeClr>
                </a:solidFill>
              </a:rPr>
              <a:t>Daniel Guanga y Valeria Mantilla</a:t>
            </a:r>
          </a:p>
          <a:p>
            <a:pPr marL="57150" indent="-285750" algn="l" defTabSz="914400">
              <a:buFont typeface="Wingdings" panose="05000000000000000000" pitchFamily="2" charset="2"/>
              <a:buChar char="Ø"/>
            </a:pPr>
            <a:r>
              <a:rPr lang="es-EC" sz="1500" b="1" noProof="0" dirty="0">
                <a:solidFill>
                  <a:schemeClr val="bg1">
                    <a:lumMod val="50000"/>
                  </a:schemeClr>
                </a:solidFill>
              </a:rPr>
              <a:t>Ing. Remigio Hurtado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C" sz="3500" noProof="0" dirty="0" err="1">
                <a:solidFill>
                  <a:srgbClr val="FFFFFF"/>
                </a:solidFill>
              </a:rPr>
              <a:t>Datasheet</a:t>
            </a:r>
            <a:r>
              <a:rPr lang="es-EC" sz="3500" noProof="0" dirty="0">
                <a:solidFill>
                  <a:srgbClr val="FFFFFF"/>
                </a:solidFill>
              </a:rPr>
              <a:t>: Contexto y Objetivo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E2E0A5-A53F-1397-2271-0ED6D4935D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571207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C" sz="3500" noProof="0" dirty="0" err="1">
                <a:solidFill>
                  <a:srgbClr val="FFFFFF"/>
                </a:solidFill>
              </a:rPr>
              <a:t>Datasheet</a:t>
            </a:r>
            <a:r>
              <a:rPr lang="es-EC" sz="3500" noProof="0" dirty="0">
                <a:solidFill>
                  <a:srgbClr val="FFFFFF"/>
                </a:solidFill>
              </a:rPr>
              <a:t>: Composición del </a:t>
            </a:r>
            <a:r>
              <a:rPr lang="es-EC" sz="3500" noProof="0" dirty="0" err="1">
                <a:solidFill>
                  <a:srgbClr val="FFFFFF"/>
                </a:solidFill>
              </a:rPr>
              <a:t>dataset</a:t>
            </a:r>
            <a:endParaRPr lang="es-EC" sz="3500" noProof="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BE8B35-DCFC-2DB0-408F-E54E0A21CA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204972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C" sz="3200" noProof="0" dirty="0" err="1">
                <a:solidFill>
                  <a:srgbClr val="FFFFFF"/>
                </a:solidFill>
              </a:rPr>
              <a:t>Datasheet</a:t>
            </a:r>
            <a:r>
              <a:rPr lang="es-EC" sz="3200" noProof="0" dirty="0">
                <a:solidFill>
                  <a:srgbClr val="FFFFFF"/>
                </a:solidFill>
              </a:rPr>
              <a:t>: Calidad de datos y tratamiento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5E3A39-840E-8F64-9713-98C286CAD4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41562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5510253"/>
            <a:ext cx="7421963" cy="1033669"/>
          </a:xfrm>
        </p:spPr>
        <p:txBody>
          <a:bodyPr>
            <a:normAutofit/>
          </a:bodyPr>
          <a:lstStyle/>
          <a:p>
            <a:r>
              <a:rPr lang="es-EC" sz="3500" noProof="0" dirty="0">
                <a:solidFill>
                  <a:srgbClr val="FFFFFF"/>
                </a:solidFill>
              </a:rPr>
              <a:t>Gráfica 1: Histograma de edad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B268215-4678-67FD-C6E9-AD886DBD2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192" y="451803"/>
            <a:ext cx="6233615" cy="311680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5192" y="3833199"/>
            <a:ext cx="6249619" cy="111998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s-EC" sz="1700" noProof="0" dirty="0"/>
          </a:p>
          <a:p>
            <a:r>
              <a:rPr lang="es-EC" sz="1700" noProof="0" dirty="0"/>
              <a:t>Puntos clave: concentración de edades en adultos jóvenes y adultos, y su dispersión.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5510253"/>
            <a:ext cx="7421963" cy="1033669"/>
          </a:xfrm>
        </p:spPr>
        <p:txBody>
          <a:bodyPr>
            <a:normAutofit/>
          </a:bodyPr>
          <a:lstStyle/>
          <a:p>
            <a:r>
              <a:rPr lang="es-EC" sz="3500" noProof="0" dirty="0">
                <a:solidFill>
                  <a:srgbClr val="FFFFFF"/>
                </a:solidFill>
              </a:rPr>
              <a:t>Gráfica 2: </a:t>
            </a:r>
            <a:r>
              <a:rPr lang="es-EC" sz="3500" noProof="0" dirty="0" err="1">
                <a:solidFill>
                  <a:srgbClr val="FFFFFF"/>
                </a:solidFill>
              </a:rPr>
              <a:t>Scatter</a:t>
            </a:r>
            <a:r>
              <a:rPr lang="es-EC" sz="3500" noProof="0" dirty="0">
                <a:solidFill>
                  <a:srgbClr val="FFFFFF"/>
                </a:solidFill>
              </a:rPr>
              <a:t> Edad vs Tarifa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11B5E68-9BF3-0FCE-1E24-80EC8B10C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781" y="402570"/>
            <a:ext cx="5144437" cy="321527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5192" y="3833199"/>
            <a:ext cx="6249619" cy="111998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s-EC" sz="1700" noProof="0" dirty="0"/>
          </a:p>
          <a:p>
            <a:r>
              <a:rPr lang="es-EC" sz="1700" noProof="0" dirty="0"/>
              <a:t>Ejes: Age y </a:t>
            </a:r>
            <a:r>
              <a:rPr lang="es-EC" sz="1700" noProof="0" dirty="0" err="1"/>
              <a:t>Fare</a:t>
            </a:r>
            <a:endParaRPr lang="es-EC" sz="1700" noProof="0" dirty="0"/>
          </a:p>
          <a:p>
            <a:r>
              <a:rPr lang="es-EC" sz="1700" noProof="0" dirty="0"/>
              <a:t>Color: </a:t>
            </a:r>
            <a:r>
              <a:rPr lang="es-EC" sz="1700" noProof="0" dirty="0" err="1"/>
              <a:t>Survived</a:t>
            </a:r>
            <a:r>
              <a:rPr lang="es-EC" sz="1700" noProof="0" dirty="0"/>
              <a:t> (Muestra mezcla y separación parcial)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5510253"/>
            <a:ext cx="7421963" cy="1033669"/>
          </a:xfrm>
        </p:spPr>
        <p:txBody>
          <a:bodyPr>
            <a:normAutofit/>
          </a:bodyPr>
          <a:lstStyle/>
          <a:p>
            <a:r>
              <a:rPr lang="es-EC" sz="3500" noProof="0" dirty="0">
                <a:solidFill>
                  <a:srgbClr val="FFFFFF"/>
                </a:solidFill>
              </a:rPr>
              <a:t>Gráfica 3: Supervivencia por Clase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103C594-D011-5CC5-1B1A-C63D152E8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900" y="402570"/>
            <a:ext cx="5616198" cy="321527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5192" y="3833199"/>
            <a:ext cx="6249619" cy="111998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s-EC" sz="1700" noProof="0" dirty="0"/>
          </a:p>
          <a:p>
            <a:r>
              <a:rPr lang="es-EC" sz="1700" noProof="0" dirty="0"/>
              <a:t>Comparación de '</a:t>
            </a:r>
            <a:r>
              <a:rPr lang="es-EC" sz="1700" noProof="0" dirty="0" err="1"/>
              <a:t>Survived</a:t>
            </a:r>
            <a:r>
              <a:rPr lang="es-EC" sz="1700" noProof="0" dirty="0"/>
              <a:t>' dentro de cada '</a:t>
            </a:r>
            <a:r>
              <a:rPr lang="es-EC" sz="1700" noProof="0" dirty="0" err="1"/>
              <a:t>Pclass</a:t>
            </a:r>
            <a:r>
              <a:rPr lang="es-EC" sz="1700" noProof="0" dirty="0"/>
              <a:t>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5510253"/>
            <a:ext cx="7421963" cy="1033669"/>
          </a:xfrm>
        </p:spPr>
        <p:txBody>
          <a:bodyPr>
            <a:normAutofit/>
          </a:bodyPr>
          <a:lstStyle/>
          <a:p>
            <a:r>
              <a:rPr lang="es-EC" sz="3500" noProof="0" dirty="0">
                <a:solidFill>
                  <a:srgbClr val="FFFFFF"/>
                </a:solidFill>
              </a:rPr>
              <a:t>Gráfica 4: Líneas por Género y Clase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B687166-26CE-8E86-B556-A7BFDC0A8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605" y="402570"/>
            <a:ext cx="5358788" cy="321527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5192" y="3833199"/>
            <a:ext cx="6249619" cy="111998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s-EC" sz="1700" noProof="0" dirty="0"/>
          </a:p>
          <a:p>
            <a:r>
              <a:rPr lang="es-EC" sz="1700" noProof="0" dirty="0"/>
              <a:t>Línea azul: male (hombres)</a:t>
            </a:r>
          </a:p>
          <a:p>
            <a:r>
              <a:rPr lang="es-EC" sz="1700" noProof="0" dirty="0"/>
              <a:t>Línea naranja: </a:t>
            </a:r>
            <a:r>
              <a:rPr lang="es-EC" sz="1700" noProof="0" dirty="0" err="1"/>
              <a:t>female</a:t>
            </a:r>
            <a:r>
              <a:rPr lang="es-EC" sz="1700" noProof="0" dirty="0"/>
              <a:t> (mujeres)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3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46" name="Rectangle 3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47" name="Rectangle 3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48" name="Rectangle 4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5510253"/>
            <a:ext cx="7421963" cy="1033669"/>
          </a:xfrm>
        </p:spPr>
        <p:txBody>
          <a:bodyPr>
            <a:normAutofit/>
          </a:bodyPr>
          <a:lstStyle/>
          <a:p>
            <a:r>
              <a:rPr lang="es-EC" sz="3500" noProof="0" dirty="0">
                <a:solidFill>
                  <a:srgbClr val="FFFFFF"/>
                </a:solidFill>
              </a:rPr>
              <a:t>Gráfica 5: </a:t>
            </a:r>
            <a:r>
              <a:rPr lang="es-EC" sz="3500" noProof="0" dirty="0" err="1">
                <a:solidFill>
                  <a:srgbClr val="FFFFFF"/>
                </a:solidFill>
              </a:rPr>
              <a:t>Heatmap</a:t>
            </a:r>
            <a:r>
              <a:rPr lang="es-EC" sz="3500" noProof="0" dirty="0">
                <a:solidFill>
                  <a:srgbClr val="FFFFFF"/>
                </a:solidFill>
              </a:rPr>
              <a:t> de Correlación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EF1B5D7-63C9-E090-A31E-FFC273F0B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979" y="314078"/>
            <a:ext cx="4864042" cy="389123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5192" y="3833199"/>
            <a:ext cx="6249619" cy="111998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s-EC" sz="1700" noProof="0" dirty="0"/>
          </a:p>
          <a:p>
            <a:r>
              <a:rPr lang="es-EC" sz="1700" noProof="0" dirty="0"/>
              <a:t>Top correlaciones con Y (</a:t>
            </a:r>
            <a:r>
              <a:rPr lang="es-EC" sz="1700" noProof="0" dirty="0" err="1"/>
              <a:t>Survived</a:t>
            </a:r>
            <a:r>
              <a:rPr lang="es-EC" sz="1700" noProof="0" dirty="0"/>
              <a:t>): </a:t>
            </a:r>
            <a:r>
              <a:rPr lang="es-EC" sz="1700" noProof="0" dirty="0" err="1"/>
              <a:t>Pclass</a:t>
            </a:r>
            <a:r>
              <a:rPr lang="es-EC" sz="1700" noProof="0" dirty="0"/>
              <a:t>, </a:t>
            </a:r>
            <a:r>
              <a:rPr lang="es-EC" sz="1700" noProof="0" dirty="0" err="1"/>
              <a:t>Fare</a:t>
            </a:r>
            <a:r>
              <a:rPr lang="es-EC" sz="1700" noProof="0" dirty="0"/>
              <a:t>, </a:t>
            </a:r>
            <a:r>
              <a:rPr lang="es-EC" sz="1700" noProof="0" dirty="0" err="1"/>
              <a:t>Parch</a:t>
            </a:r>
            <a:endParaRPr lang="es-EC" sz="17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C" sz="3500" noProof="0" dirty="0">
                <a:solidFill>
                  <a:srgbClr val="FFFFFF"/>
                </a:solidFill>
              </a:rPr>
              <a:t>Conclusiones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569CA2-AEE7-CF80-8379-F6036EE7ED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018084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305</Words>
  <Application>Microsoft Office PowerPoint</Application>
  <PresentationFormat>Presentación en pantalla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Tema de Office</vt:lpstr>
      <vt:lpstr>Análisis Exploratorio del Titanic</vt:lpstr>
      <vt:lpstr>Datasheet: Contexto y Objetivo</vt:lpstr>
      <vt:lpstr>Datasheet: Composición del dataset</vt:lpstr>
      <vt:lpstr>Datasheet: Calidad de datos y tratamiento</vt:lpstr>
      <vt:lpstr>Gráfica 1: Histograma de edad</vt:lpstr>
      <vt:lpstr>Gráfica 2: Scatter Edad vs Tarifa</vt:lpstr>
      <vt:lpstr>Gráfica 3: Supervivencia por Clase</vt:lpstr>
      <vt:lpstr>Gráfica 4: Líneas por Género y Clase</vt:lpstr>
      <vt:lpstr>Gráfica 5: Heatmap de Correlación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Guanga</cp:lastModifiedBy>
  <cp:revision>2</cp:revision>
  <dcterms:created xsi:type="dcterms:W3CDTF">2013-01-27T09:14:16Z</dcterms:created>
  <dcterms:modified xsi:type="dcterms:W3CDTF">2026-04-17T22:12:07Z</dcterms:modified>
  <cp:category/>
</cp:coreProperties>
</file>